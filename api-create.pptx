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28" r:id="rId4"/>
    <p:sldId id="340" r:id="rId5"/>
    <p:sldId id="385" r:id="rId6"/>
    <p:sldId id="386" r:id="rId7"/>
    <p:sldId id="387" r:id="rId8"/>
    <p:sldId id="388" r:id="rId9"/>
    <p:sldId id="389" r:id="rId10"/>
    <p:sldId id="393" r:id="rId11"/>
    <p:sldId id="390" r:id="rId12"/>
    <p:sldId id="262" r:id="rId13"/>
    <p:sldId id="391" r:id="rId14"/>
    <p:sldId id="392" r:id="rId15"/>
    <p:sldId id="339" r:id="rId16"/>
    <p:sldId id="341" r:id="rId17"/>
    <p:sldId id="354" r:id="rId18"/>
    <p:sldId id="274" r:id="rId19"/>
    <p:sldId id="355" r:id="rId20"/>
    <p:sldId id="356" r:id="rId21"/>
    <p:sldId id="357" r:id="rId22"/>
    <p:sldId id="358" r:id="rId23"/>
    <p:sldId id="348" r:id="rId24"/>
    <p:sldId id="361" r:id="rId25"/>
    <p:sldId id="359" r:id="rId26"/>
    <p:sldId id="360" r:id="rId27"/>
    <p:sldId id="365" r:id="rId28"/>
    <p:sldId id="349" r:id="rId29"/>
    <p:sldId id="351" r:id="rId30"/>
    <p:sldId id="362" r:id="rId31"/>
    <p:sldId id="363" r:id="rId32"/>
    <p:sldId id="364" r:id="rId33"/>
    <p:sldId id="434" r:id="rId34"/>
    <p:sldId id="430" r:id="rId35"/>
    <p:sldId id="431" r:id="rId36"/>
    <p:sldId id="432" r:id="rId37"/>
    <p:sldId id="435" r:id="rId38"/>
    <p:sldId id="433" r:id="rId39"/>
    <p:sldId id="436" r:id="rId40"/>
    <p:sldId id="437" r:id="rId41"/>
    <p:sldId id="438" r:id="rId42"/>
    <p:sldId id="439" r:id="rId43"/>
    <p:sldId id="441" r:id="rId44"/>
    <p:sldId id="440" r:id="rId45"/>
    <p:sldId id="443" r:id="rId46"/>
    <p:sldId id="444" r:id="rId47"/>
    <p:sldId id="445" r:id="rId48"/>
    <p:sldId id="447" r:id="rId49"/>
    <p:sldId id="446" r:id="rId50"/>
    <p:sldId id="448" r:id="rId51"/>
    <p:sldId id="449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750945" y="3199130"/>
            <a:ext cx="43795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ctr"/>
            <a:r>
              <a:rPr lang="en-US" altLang="en-US" sz="2400" b="1">
                <a:solidFill>
                  <a:srgbClr val="000000"/>
                </a:solidFill>
                <a:latin typeface="Noto Sans" panose="020B0502040504020204" charset="0"/>
                <a:cs typeface="Noto Sans" panose="020B0502040504020204" charset="0"/>
              </a:rPr>
              <a:t>Make REST API</a:t>
            </a:r>
            <a:endParaRPr lang="en-US" altLang="en-US" sz="2400" b="1">
              <a:solidFill>
                <a:srgbClr val="000000"/>
              </a:solidFill>
              <a:latin typeface="Noto Sans" panose="020B0502040504020204" charset="0"/>
              <a:cs typeface="Noto Sans" panose="020B0502040504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08940" y="571500"/>
            <a:ext cx="3217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u="sng"/>
              <a:t>-&gt; Laravel Sanctum Install</a:t>
            </a:r>
            <a:endParaRPr lang="en-US" altLang="en-US" u="sng"/>
          </a:p>
        </p:txBody>
      </p:sp>
      <p:sp>
        <p:nvSpPr>
          <p:cNvPr id="3" name="Text Box 2"/>
          <p:cNvSpPr txBox="1"/>
          <p:nvPr/>
        </p:nvSpPr>
        <p:spPr>
          <a:xfrm>
            <a:off x="495300" y="1280160"/>
            <a:ext cx="30124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u="sng"/>
              <a:t>-&gt; php artisan install:api</a:t>
            </a:r>
            <a:endParaRPr lang="en-US" altLang="en-US" u="sng"/>
          </a:p>
        </p:txBody>
      </p:sp>
      <p:sp>
        <p:nvSpPr>
          <p:cNvPr id="5" name="Text Box 4"/>
          <p:cNvSpPr txBox="1"/>
          <p:nvPr/>
        </p:nvSpPr>
        <p:spPr>
          <a:xfrm>
            <a:off x="560070" y="2090420"/>
            <a:ext cx="63550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u="sng">
                <a:solidFill>
                  <a:srgbClr val="00B050"/>
                </a:solidFill>
              </a:rPr>
              <a:t>User Model add This :</a:t>
            </a:r>
            <a:endParaRPr lang="en-US" altLang="en-US" u="sng"/>
          </a:p>
          <a:p>
            <a:pPr algn="l"/>
            <a:endParaRPr lang="en-US" altLang="en-US" u="sng"/>
          </a:p>
          <a:p>
            <a:pPr algn="l"/>
            <a:r>
              <a:rPr lang="en-US" altLang="en-US" u="sng">
                <a:solidFill>
                  <a:srgbClr val="0070C0"/>
                </a:solidFill>
                <a:latin typeface="Nimbus Mono PS" charset="0"/>
                <a:cs typeface="Nimbus Mono PS" charset="0"/>
              </a:rPr>
              <a:t>use Laravel\Sanctum\HasApiTokens;</a:t>
            </a:r>
            <a:endParaRPr lang="en-US" altLang="en-US" u="sng">
              <a:solidFill>
                <a:srgbClr val="0070C0"/>
              </a:solidFill>
              <a:latin typeface="Nimbus Mono PS" charset="0"/>
              <a:cs typeface="Nimbus Mono PS" charset="0"/>
            </a:endParaRPr>
          </a:p>
          <a:p>
            <a:pPr algn="l"/>
            <a:endParaRPr lang="en-US" altLang="en-US" u="sng">
              <a:solidFill>
                <a:srgbClr val="0070C0"/>
              </a:solidFill>
              <a:latin typeface="Nimbus Mono PS" charset="0"/>
              <a:cs typeface="Nimbus Mono PS" charset="0"/>
            </a:endParaRPr>
          </a:p>
          <a:p>
            <a:pPr algn="l"/>
            <a:r>
              <a:rPr lang="en-US" altLang="en-US" u="sng">
                <a:solidFill>
                  <a:srgbClr val="0070C0"/>
                </a:solidFill>
                <a:latin typeface="Nimbus Mono PS" charset="0"/>
                <a:cs typeface="Nimbus Mono PS" charset="0"/>
              </a:rPr>
              <a:t>class User extends Authenticatable</a:t>
            </a:r>
            <a:endParaRPr lang="en-US" altLang="en-US" u="sng">
              <a:solidFill>
                <a:srgbClr val="0070C0"/>
              </a:solidFill>
              <a:latin typeface="Nimbus Mono PS" charset="0"/>
              <a:cs typeface="Nimbus Mono PS" charset="0"/>
            </a:endParaRPr>
          </a:p>
          <a:p>
            <a:pPr algn="l"/>
            <a:r>
              <a:rPr lang="en-US" altLang="en-US" u="sng">
                <a:solidFill>
                  <a:srgbClr val="0070C0"/>
                </a:solidFill>
                <a:latin typeface="Nimbus Mono PS" charset="0"/>
                <a:cs typeface="Nimbus Mono PS" charset="0"/>
              </a:rPr>
              <a:t>{</a:t>
            </a:r>
            <a:endParaRPr lang="en-US" altLang="en-US" u="sng">
              <a:solidFill>
                <a:srgbClr val="0070C0"/>
              </a:solidFill>
              <a:latin typeface="Nimbus Mono PS" charset="0"/>
              <a:cs typeface="Nimbus Mono PS" charset="0"/>
            </a:endParaRPr>
          </a:p>
          <a:p>
            <a:pPr algn="l"/>
            <a:r>
              <a:rPr lang="en-US" altLang="en-US" u="sng">
                <a:solidFill>
                  <a:srgbClr val="0070C0"/>
                </a:solidFill>
                <a:latin typeface="Nimbus Mono PS" charset="0"/>
                <a:cs typeface="Nimbus Mono PS" charset="0"/>
              </a:rPr>
              <a:t>    use HasApiTokens, HasFactory, Notifiable;</a:t>
            </a:r>
            <a:endParaRPr lang="en-US" altLang="en-US" u="sng">
              <a:solidFill>
                <a:srgbClr val="0070C0"/>
              </a:solidFill>
              <a:latin typeface="Nimbus Mono PS" charset="0"/>
              <a:cs typeface="Nimbus Mono PS" charset="0"/>
            </a:endParaRPr>
          </a:p>
          <a:p>
            <a:pPr algn="l"/>
            <a:r>
              <a:rPr lang="en-US" altLang="en-US" u="sng">
                <a:solidFill>
                  <a:srgbClr val="0070C0"/>
                </a:solidFill>
                <a:latin typeface="Nimbus Mono PS" charset="0"/>
                <a:cs typeface="Nimbus Mono PS" charset="0"/>
              </a:rPr>
              <a:t>}</a:t>
            </a:r>
            <a:endParaRPr lang="en-US" altLang="en-US" u="sng">
              <a:solidFill>
                <a:srgbClr val="0070C0"/>
              </a:solidFill>
              <a:latin typeface="Nimbus Mono PS" charset="0"/>
              <a:cs typeface="Nimbus Mono PS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60070" y="4646930"/>
            <a:ext cx="95313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php artisan make:controller V1/BookingController --api --resource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60070" y="5260975"/>
            <a:ext cx="7501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php artisan make:model Booking -m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7685" y="389255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migrations table add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41985" y="963930"/>
            <a:ext cx="76238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$table-&gt;string('title');</a:t>
            </a:r>
            <a:endParaRPr lang="en-US"/>
          </a:p>
          <a:p>
            <a:r>
              <a:rPr lang="en-US"/>
              <a:t>$table-&gt;date('date');</a:t>
            </a:r>
            <a:endParaRPr lang="en-US"/>
          </a:p>
          <a:p>
            <a:r>
              <a:rPr lang="en-US"/>
              <a:t>$table-&gt;string('status')-&gt;default('pending');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27685" y="2227580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booking modal add 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731520" y="2595880"/>
            <a:ext cx="60693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protected $fillable = ['title','date','status'];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27685" y="3244850"/>
            <a:ext cx="444690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make route in api.php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920115" y="3613150"/>
            <a:ext cx="6927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Route::resource('/v1/bookings',BookingController::class);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41985" y="4243705"/>
            <a:ext cx="3800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 </a:t>
            </a:r>
            <a:r>
              <a:rPr lang="en-US" altLang="en-US"/>
              <a:t>-&gt; </a:t>
            </a:r>
            <a:r>
              <a:rPr lang="en-US"/>
              <a:t>php artisan route:list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731520" y="5158740"/>
            <a:ext cx="753491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/>
              <a:t>public function store(Request $request)</a:t>
            </a:r>
            <a:endParaRPr lang="en-US" sz="1600"/>
          </a:p>
          <a:p>
            <a:r>
              <a:rPr lang="en-US" sz="1600"/>
              <a:t>    {</a:t>
            </a:r>
            <a:endParaRPr lang="en-US" sz="1600"/>
          </a:p>
          <a:p>
            <a:r>
              <a:rPr lang="en-US" sz="1600"/>
              <a:t>        $request-&gt;validate([</a:t>
            </a:r>
            <a:endParaRPr lang="en-US" sz="1600"/>
          </a:p>
          <a:p>
            <a:r>
              <a:rPr lang="en-US" sz="1600"/>
              <a:t>            'title' =&gt; ['required']</a:t>
            </a:r>
            <a:endParaRPr lang="en-US" sz="1600"/>
          </a:p>
          <a:p>
            <a:r>
              <a:rPr lang="en-US" sz="1600"/>
              <a:t>        ]);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11" name="Text Box 10"/>
          <p:cNvSpPr txBox="1"/>
          <p:nvPr/>
        </p:nvSpPr>
        <p:spPr>
          <a:xfrm>
            <a:off x="589280" y="4701540"/>
            <a:ext cx="7835900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en-US"/>
              <a:t>Make a controller method and add validation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045" y="410210"/>
            <a:ext cx="11355070" cy="6038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" y="276860"/>
            <a:ext cx="11857355" cy="6304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29260" y="304800"/>
            <a:ext cx="9123680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Add Get Method and check api</a:t>
            </a:r>
            <a:endParaRPr lang="en-US"/>
          </a:p>
          <a:p>
            <a:r>
              <a:rPr lang="en-US"/>
              <a:t>public function index()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</a:t>
            </a:r>
            <a:endParaRPr lang="en-US"/>
          </a:p>
          <a:p>
            <a:r>
              <a:rPr lang="en-US"/>
              <a:t>        $booking = Booking::all();</a:t>
            </a:r>
            <a:endParaRPr lang="en-US"/>
          </a:p>
          <a:p>
            <a:r>
              <a:rPr lang="en-US"/>
              <a:t>        return response()-&gt;json([</a:t>
            </a:r>
            <a:endParaRPr lang="en-US"/>
          </a:p>
          <a:p>
            <a:r>
              <a:rPr lang="en-US"/>
              <a:t>            'bookings'=&gt;$booking</a:t>
            </a:r>
            <a:endParaRPr lang="en-US"/>
          </a:p>
          <a:p>
            <a:r>
              <a:rPr lang="en-US"/>
              <a:t>        ],200);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" y="3001645"/>
            <a:ext cx="10133330" cy="3472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783840"/>
            <a:ext cx="11664950" cy="39979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1620" y="624840"/>
            <a:ext cx="11112500" cy="20300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show(string $id)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$booking = booking::find($id);</a:t>
            </a:r>
            <a:endParaRPr lang="en-US"/>
          </a:p>
          <a:p>
            <a:r>
              <a:rPr lang="en-US"/>
              <a:t>        return response()-&gt;json([</a:t>
            </a:r>
            <a:endParaRPr lang="en-US"/>
          </a:p>
          <a:p>
            <a:r>
              <a:rPr lang="en-US"/>
              <a:t>            'booking' =&gt; $booking</a:t>
            </a:r>
            <a:endParaRPr lang="en-US"/>
          </a:p>
          <a:p>
            <a:r>
              <a:rPr lang="en-US"/>
              <a:t>        ],201);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61620" y="173990"/>
            <a:ext cx="45929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Write Show Method and Check this api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4370" y="802640"/>
            <a:ext cx="10744200" cy="56311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update(Request $request, string $id)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$request-&gt;validate([</a:t>
            </a:r>
            <a:endParaRPr lang="en-US"/>
          </a:p>
          <a:p>
            <a:r>
              <a:rPr lang="en-US"/>
              <a:t>            'title' =&gt; ['required'],</a:t>
            </a:r>
            <a:endParaRPr lang="en-US"/>
          </a:p>
          <a:p>
            <a:r>
              <a:rPr lang="en-US"/>
              <a:t>            'date'  =&gt; ['required', 'date'],</a:t>
            </a:r>
            <a:endParaRPr lang="en-US"/>
          </a:p>
          <a:p>
            <a:r>
              <a:rPr lang="en-US"/>
              <a:t>            'status' =&gt; ['required'],</a:t>
            </a:r>
            <a:endParaRPr lang="en-US"/>
          </a:p>
          <a:p>
            <a:r>
              <a:rPr lang="en-US"/>
              <a:t>        ]);</a:t>
            </a:r>
            <a:endParaRPr lang="en-US"/>
          </a:p>
          <a:p>
            <a:endParaRPr lang="en-US"/>
          </a:p>
          <a:p>
            <a:r>
              <a:rPr lang="en-US"/>
              <a:t>        $booking = Booking::find($id);</a:t>
            </a:r>
            <a:endParaRPr lang="en-US"/>
          </a:p>
          <a:p>
            <a:r>
              <a:rPr lang="en-US"/>
              <a:t>        // dd($booking);</a:t>
            </a:r>
            <a:endParaRPr lang="en-US"/>
          </a:p>
          <a:p>
            <a:r>
              <a:rPr lang="en-US"/>
              <a:t>        $booking-&gt;update([</a:t>
            </a:r>
            <a:endParaRPr lang="en-US"/>
          </a:p>
          <a:p>
            <a:r>
              <a:rPr lang="en-US"/>
              <a:t>            'title' =&gt; $request-&gt;title,</a:t>
            </a:r>
            <a:endParaRPr lang="en-US"/>
          </a:p>
          <a:p>
            <a:r>
              <a:rPr lang="en-US"/>
              <a:t>            'date'  =&gt; $request-&gt;date,</a:t>
            </a:r>
            <a:endParaRPr lang="en-US"/>
          </a:p>
          <a:p>
            <a:r>
              <a:rPr lang="en-US"/>
              <a:t>            'status' =&gt; $request-&gt;status</a:t>
            </a:r>
            <a:endParaRPr lang="en-US"/>
          </a:p>
          <a:p>
            <a:r>
              <a:rPr lang="en-US"/>
              <a:t>        ]);</a:t>
            </a:r>
            <a:endParaRPr lang="en-US"/>
          </a:p>
          <a:p>
            <a:endParaRPr lang="en-US"/>
          </a:p>
          <a:p>
            <a:r>
              <a:rPr lang="en-US"/>
              <a:t>        return response()-&gt;json([</a:t>
            </a:r>
            <a:endParaRPr lang="en-US"/>
          </a:p>
          <a:p>
            <a:r>
              <a:rPr lang="en-US"/>
              <a:t>            'message' =&gt; 'Booking Updated!'</a:t>
            </a:r>
            <a:endParaRPr lang="en-US"/>
          </a:p>
          <a:p>
            <a:r>
              <a:rPr lang="en-US"/>
              <a:t>        ], 201);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17220" y="296545"/>
            <a:ext cx="38550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Make PUT API Write this method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540" y="813435"/>
            <a:ext cx="1165733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8320" y="748030"/>
            <a:ext cx="6559550" cy="23069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destroy(string $id)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Booking::find($id)-&gt;delete();</a:t>
            </a:r>
            <a:endParaRPr lang="en-US"/>
          </a:p>
          <a:p>
            <a:r>
              <a:rPr lang="en-US"/>
              <a:t>        return response()-&gt;json(</a:t>
            </a:r>
            <a:endParaRPr lang="en-US"/>
          </a:p>
          <a:p>
            <a:r>
              <a:rPr lang="en-US"/>
              <a:t>        [</a:t>
            </a:r>
            <a:endParaRPr lang="en-US"/>
          </a:p>
          <a:p>
            <a:r>
              <a:rPr lang="en-US"/>
              <a:t>            'message' =&gt; 'Booking Delete!'</a:t>
            </a:r>
            <a:endParaRPr lang="en-US"/>
          </a:p>
          <a:p>
            <a:r>
              <a:rPr lang="en-US"/>
              <a:t>        ],201);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15925" y="321945"/>
            <a:ext cx="13665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Delete API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925" y="3365500"/>
            <a:ext cx="11152505" cy="2647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53435" y="2465705"/>
            <a:ext cx="53600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000" b="1"/>
              <a:t>Make API Most Secure</a:t>
            </a:r>
            <a:endParaRPr lang="en-US" altLang="en-US" sz="2000" b="1"/>
          </a:p>
          <a:p>
            <a:pPr algn="ctr"/>
            <a:r>
              <a:rPr lang="en-US" altLang="en-US" sz="2000" b="1"/>
              <a:t>Eloquent: API Resources</a:t>
            </a:r>
            <a:endParaRPr lang="en-US" altLang="en-US" sz="2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7985" y="224790"/>
            <a:ext cx="73621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php artisan make:resource BookingResource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913130"/>
            <a:ext cx="11217910" cy="5233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24815" y="329565"/>
            <a:ext cx="481139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Go Controller and Use Booking Resource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94665" y="1343025"/>
            <a:ext cx="688784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public function index()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$booking = Booking::all();</a:t>
            </a:r>
            <a:endParaRPr lang="en-US"/>
          </a:p>
          <a:p>
            <a:r>
              <a:rPr lang="en-US"/>
              <a:t>        return BookingResource::collection($booking);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94665" y="869950"/>
            <a:ext cx="58959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use App\Http\Resources\BookingResource;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815" y="3234055"/>
            <a:ext cx="10191750" cy="340931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4815" y="2865755"/>
            <a:ext cx="6344920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Check API and show a new data property wrap “data”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310515" y="278130"/>
            <a:ext cx="448881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Create Method add Booking Resource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" y="876935"/>
            <a:ext cx="11734165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70" y="1323340"/>
            <a:ext cx="11257280" cy="27711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10515" y="278130"/>
            <a:ext cx="509587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Show single Method add Booking Resource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90" y="752475"/>
            <a:ext cx="10990580" cy="53524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10515" y="278130"/>
            <a:ext cx="4558030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Update Method add Booking Resource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514850" y="3229610"/>
            <a:ext cx="31623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2000" b="1"/>
              <a:t>Use Token base Auth</a:t>
            </a:r>
            <a:endParaRPr lang="en-US" altLang="en-US" sz="20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3855" y="274320"/>
            <a:ext cx="8574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-&gt; </a:t>
            </a:r>
            <a:r>
              <a:rPr lang="en-US"/>
              <a:t>php artisan make:controller API/V1/AuthenticationController.php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23240" y="784225"/>
            <a:ext cx="1116139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Move my booking Controller API/V1 Folder so route and controller namespace change path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523240" y="1404620"/>
            <a:ext cx="112477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Route::post('v1/register',[AuthenticationController::class,'register'])-&gt;name('register');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66420" y="1922780"/>
            <a:ext cx="1116139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Go Authentication Controller and make register method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20395" y="2506980"/>
            <a:ext cx="946848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public function register(Request $request){</a:t>
            </a:r>
            <a:endParaRPr lang="en-US"/>
          </a:p>
          <a:p>
            <a:r>
              <a:rPr lang="en-US"/>
              <a:t>        $request-&gt;validate([</a:t>
            </a:r>
            <a:endParaRPr lang="en-US"/>
          </a:p>
          <a:p>
            <a:r>
              <a:rPr lang="en-US"/>
              <a:t>            'name' =&gt; ['required', 'string'],</a:t>
            </a:r>
            <a:endParaRPr lang="en-US"/>
          </a:p>
          <a:p>
            <a:r>
              <a:rPr lang="en-US"/>
              <a:t>            'email' =&gt; ['required', 'string'],</a:t>
            </a:r>
            <a:endParaRPr lang="en-US"/>
          </a:p>
          <a:p>
            <a:r>
              <a:rPr lang="en-US"/>
              <a:t>            'password' =&gt; ['required']</a:t>
            </a:r>
            <a:endParaRPr lang="en-US"/>
          </a:p>
          <a:p>
            <a:r>
              <a:rPr lang="en-US"/>
              <a:t>        ]);</a:t>
            </a:r>
            <a:endParaRPr lang="en-US"/>
          </a:p>
          <a:p>
            <a:endParaRPr lang="en-US"/>
          </a:p>
          <a:p>
            <a:r>
              <a:rPr lang="en-US"/>
              <a:t>        $user = User::create([</a:t>
            </a:r>
            <a:endParaRPr lang="en-US"/>
          </a:p>
          <a:p>
            <a:r>
              <a:rPr lang="en-US"/>
              <a:t>            'name' =&gt; $request-&gt;name,</a:t>
            </a:r>
            <a:endParaRPr lang="en-US"/>
          </a:p>
          <a:p>
            <a:r>
              <a:rPr lang="en-US"/>
              <a:t>            'email' =&gt; $request-&gt;email,</a:t>
            </a:r>
            <a:endParaRPr lang="en-US"/>
          </a:p>
          <a:p>
            <a:r>
              <a:rPr lang="en-US"/>
              <a:t>            'password' =&gt; Hash::make($request-&gt;password)</a:t>
            </a:r>
            <a:endParaRPr lang="en-US"/>
          </a:p>
          <a:p>
            <a:r>
              <a:rPr lang="en-US"/>
              <a:t>        ]);</a:t>
            </a:r>
            <a:endParaRPr lang="en-US"/>
          </a:p>
          <a:p>
            <a:endParaRPr lang="en-US"/>
          </a:p>
          <a:p>
            <a:r>
              <a:rPr lang="en-US"/>
              <a:t>        return $user-&gt;createToken('api_token')-&gt;plainTextToken;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85" y="934085"/>
            <a:ext cx="10990580" cy="53524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62305" y="439420"/>
            <a:ext cx="9528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Copy this token start (DA7..................................................) and save this notepad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773430"/>
            <a:ext cx="11875770" cy="31019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53670" y="243840"/>
            <a:ext cx="4856480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Check Database Have a encription token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60350" y="948055"/>
            <a:ext cx="11671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Route::resource('/v1/bookings',BookingController::class)-&gt;middleware('auth:sanctum');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9725" y="286385"/>
            <a:ext cx="1001585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en-US"/>
              <a:t>add auth sanctum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1711960"/>
            <a:ext cx="11085830" cy="37903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90525" y="422910"/>
            <a:ext cx="89592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Now use token and and see products/booking etc, set notepad copyed token</a:t>
            </a:r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" y="995680"/>
            <a:ext cx="8164195" cy="54089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86935" y="3297555"/>
            <a:ext cx="28181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2000" b="1"/>
              <a:t>Make a Login auth</a:t>
            </a:r>
            <a:endParaRPr lang="en-US" altLang="en-US" sz="20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7185" y="423545"/>
            <a:ext cx="101663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Make Login Route:</a:t>
            </a:r>
            <a:endParaRPr lang="en-US"/>
          </a:p>
          <a:p>
            <a:r>
              <a:rPr lang="en-US"/>
              <a:t>Route::post('v1/login',[AuthenticationController::class,'login'])-&gt;name('login');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7185" y="1951355"/>
            <a:ext cx="1107503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 public function login(Request $request){</a:t>
            </a:r>
            <a:endParaRPr lang="en-US"/>
          </a:p>
          <a:p>
            <a:r>
              <a:rPr lang="en-US"/>
              <a:t>        $request-&gt;validate([</a:t>
            </a:r>
            <a:endParaRPr lang="en-US"/>
          </a:p>
          <a:p>
            <a:r>
              <a:rPr lang="en-US"/>
              <a:t>            'email' =&gt; ['required', 'email'],</a:t>
            </a:r>
            <a:endParaRPr lang="en-US"/>
          </a:p>
          <a:p>
            <a:r>
              <a:rPr lang="en-US"/>
              <a:t>            'password' =&gt; ['required']</a:t>
            </a:r>
            <a:endParaRPr lang="en-US"/>
          </a:p>
          <a:p>
            <a:r>
              <a:rPr lang="en-US"/>
              <a:t>        ]);</a:t>
            </a:r>
            <a:endParaRPr lang="en-US"/>
          </a:p>
          <a:p>
            <a:endParaRPr lang="en-US"/>
          </a:p>
          <a:p>
            <a:r>
              <a:rPr lang="en-US"/>
              <a:t>        $user = User::where('email', $request-&gt;email)-&gt;first();</a:t>
            </a:r>
            <a:endParaRPr lang="en-US"/>
          </a:p>
          <a:p>
            <a:endParaRPr lang="en-US"/>
          </a:p>
          <a:p>
            <a:r>
              <a:rPr lang="en-US"/>
              <a:t>        if (! $user || ! Hash::check($request-&gt;password, $user-&gt;password)) {</a:t>
            </a:r>
            <a:endParaRPr lang="en-US"/>
          </a:p>
          <a:p>
            <a:r>
              <a:rPr lang="en-US"/>
              <a:t>            throw ValidationException::withMessages([</a:t>
            </a:r>
            <a:endParaRPr lang="en-US"/>
          </a:p>
          <a:p>
            <a:r>
              <a:rPr lang="en-US"/>
              <a:t>                'email' =&gt; ['The provided credentials are incorrect.'],</a:t>
            </a:r>
            <a:endParaRPr lang="en-US"/>
          </a:p>
          <a:p>
            <a:r>
              <a:rPr lang="en-US"/>
              <a:t>            ]);</a:t>
            </a:r>
            <a:endParaRPr lang="en-US"/>
          </a:p>
          <a:p>
            <a:r>
              <a:rPr lang="en-US"/>
              <a:t>        }</a:t>
            </a:r>
            <a:endParaRPr lang="en-US"/>
          </a:p>
          <a:p>
            <a:endParaRPr lang="en-US"/>
          </a:p>
          <a:p>
            <a:r>
              <a:rPr lang="en-US"/>
              <a:t>        return $user-&gt;createToken('api_token')-&gt;plainTextToken;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37185" y="1409065"/>
            <a:ext cx="11015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use Illuminate\Validation\ValidationException;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" y="1022985"/>
            <a:ext cx="11901805" cy="34067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778885" y="3229610"/>
            <a:ext cx="21418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2000" b="1"/>
              <a:t>Revoke Token</a:t>
            </a:r>
            <a:endParaRPr lang="en-US" altLang="en-US" sz="20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6205" y="1116330"/>
            <a:ext cx="119595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Route::post('v1/revoke-token',[AuthenticationController::class,'revokeToken']) </a:t>
            </a:r>
            <a:r>
              <a:rPr lang="en-US" altLang="en-US"/>
              <a:t>-</a:t>
            </a:r>
            <a:r>
              <a:rPr lang="en-US"/>
              <a:t>&gt;name('revoke.token');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36220" y="1997075"/>
            <a:ext cx="888301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public function destroy(string $id)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Booking::find($id)-&gt;delete();</a:t>
            </a:r>
            <a:endParaRPr lang="en-US"/>
          </a:p>
          <a:p>
            <a:r>
              <a:rPr lang="en-US"/>
              <a:t>        return response()-&gt;json(</a:t>
            </a:r>
            <a:endParaRPr lang="en-US"/>
          </a:p>
          <a:p>
            <a:r>
              <a:rPr lang="en-US"/>
              <a:t>        [</a:t>
            </a:r>
            <a:endParaRPr lang="en-US"/>
          </a:p>
          <a:p>
            <a:r>
              <a:rPr lang="en-US"/>
              <a:t>            'message' =&gt; 'Booking Delete!'</a:t>
            </a:r>
            <a:endParaRPr lang="en-US"/>
          </a:p>
          <a:p>
            <a:r>
              <a:rPr lang="en-US"/>
              <a:t>        ],201);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68910" y="371475"/>
            <a:ext cx="173164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en-US" altLang="en-US"/>
              <a:t>Token Revoke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" y="854075"/>
            <a:ext cx="11488420" cy="55403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05435" y="465455"/>
            <a:ext cx="61328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Token id check databse personal-access-token table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1304290"/>
            <a:ext cx="11608435" cy="40163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01015" y="533400"/>
            <a:ext cx="110769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Now Check Bookings get api or post api or delete, threre are not work beause token are revoke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062220" y="807720"/>
            <a:ext cx="2177415" cy="3683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" altLang="en-US"/>
              <a:t>Now Check Again</a:t>
            </a:r>
            <a:endParaRPr lang="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932180" y="2419985"/>
            <a:ext cx="10436860" cy="22453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" altLang="en-US" sz="2800"/>
              <a:t>Login Again and take token use this when you get,post,put or delete booking, you allowed to do this, but if you hit revoke-token api your token are destory and you have</a:t>
            </a:r>
            <a:endParaRPr lang="" altLang="en-US" sz="2800"/>
          </a:p>
          <a:p>
            <a:pPr algn="ctr"/>
            <a:r>
              <a:rPr lang="" altLang="en-US" sz="2800"/>
              <a:t>no access to get,post,put or delete.</a:t>
            </a:r>
            <a:endParaRPr lang="" altLang="en-US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71770" y="3229610"/>
            <a:ext cx="16478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2000" b="1"/>
              <a:t>User Limit</a:t>
            </a:r>
            <a:endParaRPr lang="" altLang="en-US" sz="20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5300" y="5256530"/>
            <a:ext cx="109645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0070C0"/>
                </a:solidFill>
              </a:rPr>
              <a:t>Route::middleware(['auth:sanctum','</a:t>
            </a:r>
            <a:r>
              <a:rPr lang="en-US">
                <a:solidFill>
                  <a:srgbClr val="FFC000"/>
                </a:solidFill>
              </a:rPr>
              <a:t>throttle</a:t>
            </a:r>
            <a:r>
              <a:rPr lang="en-US">
                <a:solidFill>
                  <a:srgbClr val="0070C0"/>
                </a:solidFill>
              </a:rPr>
              <a:t>'])-&gt;group(function(){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    Route::resource('/v1/bookings',BookingController::class);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});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1645" y="306070"/>
            <a:ext cx="9678670" cy="22453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400"/>
              <a:t>1. Route::</a:t>
            </a:r>
            <a:r>
              <a:rPr lang="en-US" sz="1400">
                <a:solidFill>
                  <a:srgbClr val="FF0000"/>
                </a:solidFill>
              </a:rPr>
              <a:t>middleware</a:t>
            </a:r>
            <a:r>
              <a:rPr lang="en-US" sz="1400"/>
              <a:t>([...])</a:t>
            </a:r>
            <a:endParaRPr lang="en-US" sz="1400"/>
          </a:p>
          <a:p>
            <a:endParaRPr lang="en-US" sz="1400"/>
          </a:p>
          <a:p>
            <a:r>
              <a:rPr lang="en-US" sz="1400"/>
              <a:t>This means all routes inside this group will use these middlewares.</a:t>
            </a:r>
            <a:endParaRPr lang="en-US" sz="1400"/>
          </a:p>
          <a:p>
            <a:endParaRPr lang="en-US" sz="1400"/>
          </a:p>
          <a:p>
            <a:r>
              <a:rPr lang="en-US" sz="1400"/>
              <a:t>auth:sanctum</a:t>
            </a:r>
            <a:endParaRPr lang="en-US" sz="1400"/>
          </a:p>
          <a:p>
            <a:r>
              <a:rPr lang="en-US" sz="1400"/>
              <a:t>This middleware checks user authentication using Laravel Sanctum</a:t>
            </a:r>
            <a:endParaRPr lang="en-US" sz="1400"/>
          </a:p>
          <a:p>
            <a:r>
              <a:rPr lang="en-US" sz="1400"/>
              <a:t>Only logged-in (authenticated) users can access these routes</a:t>
            </a:r>
            <a:endParaRPr lang="en-US" sz="1400"/>
          </a:p>
          <a:p>
            <a:r>
              <a:rPr lang="en-US" sz="1400"/>
              <a:t>If not logged in → ❌ access denied (401 Unauthorized)</a:t>
            </a:r>
            <a:endParaRPr lang="en-US" sz="1400"/>
          </a:p>
          <a:p>
            <a:endParaRPr lang="en-US" sz="1400"/>
          </a:p>
          <a:p>
            <a:r>
              <a:rPr lang="en-US" sz="1400"/>
              <a:t> Used for API authentication (token-based)</a:t>
            </a: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495300" y="2734945"/>
            <a:ext cx="10554970" cy="22453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400">
                <a:solidFill>
                  <a:srgbClr val="FF0000"/>
                </a:solidFill>
              </a:rPr>
              <a:t>throttle</a:t>
            </a:r>
            <a:endParaRPr lang="en-US" sz="1400">
              <a:solidFill>
                <a:srgbClr val="FF0000"/>
              </a:solidFill>
            </a:endParaRPr>
          </a:p>
          <a:p>
            <a:endParaRPr lang="en-US" sz="1400"/>
          </a:p>
          <a:p>
            <a:r>
              <a:rPr lang="en-US" sz="1400"/>
              <a:t>This middleware limits how many requests a user can make</a:t>
            </a:r>
            <a:endParaRPr lang="en-US" sz="1400"/>
          </a:p>
          <a:p>
            <a:r>
              <a:rPr lang="en-US" sz="1400"/>
              <a:t>Prevents spam or abuse</a:t>
            </a:r>
            <a:endParaRPr lang="en-US" sz="1400"/>
          </a:p>
          <a:p>
            <a:endParaRPr lang="en-US" sz="1400"/>
          </a:p>
          <a:p>
            <a:r>
              <a:rPr lang="en-US" sz="1400"/>
              <a:t>Example:</a:t>
            </a:r>
            <a:endParaRPr lang="en-US" sz="1400"/>
          </a:p>
          <a:p>
            <a:endParaRPr lang="en-US" sz="1400"/>
          </a:p>
          <a:p>
            <a:r>
              <a:rPr lang="en-US" sz="1400"/>
              <a:t>Default: ~</a:t>
            </a:r>
            <a:r>
              <a:rPr lang="en-US" sz="1400">
                <a:solidFill>
                  <a:srgbClr val="FFC000"/>
                </a:solidFill>
              </a:rPr>
              <a:t>60 requests per minute</a:t>
            </a:r>
            <a:r>
              <a:rPr lang="en-US" sz="1400"/>
              <a:t> (depends on config)</a:t>
            </a:r>
            <a:endParaRPr lang="en-US" sz="1400"/>
          </a:p>
          <a:p>
            <a:endParaRPr lang="en-US" sz="1400"/>
          </a:p>
          <a:p>
            <a:r>
              <a:rPr lang="en-US" sz="1400"/>
              <a:t>If limit exceeded → ❌ 429 Too Many Requests</a:t>
            </a:r>
            <a:endParaRPr lang="en-US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" y="1077595"/>
            <a:ext cx="11638280" cy="54076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76860" y="184785"/>
            <a:ext cx="89662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/>
              <a:t>Route::middleware(['auth:sanctum','</a:t>
            </a:r>
            <a:r>
              <a:rPr lang="en-US" sz="1400">
                <a:solidFill>
                  <a:srgbClr val="FF0000"/>
                </a:solidFill>
              </a:rPr>
              <a:t>throttle:3</a:t>
            </a:r>
            <a:r>
              <a:rPr lang="" altLang="en-US" sz="1400">
                <a:solidFill>
                  <a:srgbClr val="FF0000"/>
                </a:solidFill>
              </a:rPr>
              <a:t>,2</a:t>
            </a:r>
            <a:r>
              <a:rPr lang="en-US" sz="1400"/>
              <a:t>'])-&gt;group(function(){</a:t>
            </a:r>
            <a:endParaRPr lang="en-US" sz="1400"/>
          </a:p>
          <a:p>
            <a:r>
              <a:rPr lang="en-US" sz="1400"/>
              <a:t>    Route::resource('/v1/bookings',BookingController::class);</a:t>
            </a:r>
            <a:endParaRPr lang="en-US" sz="1400"/>
          </a:p>
          <a:p>
            <a:r>
              <a:rPr lang="en-US" sz="1400"/>
              <a:t>});</a:t>
            </a:r>
            <a:endParaRPr lang="en-US" sz="1400"/>
          </a:p>
          <a:p>
            <a:r>
              <a:rPr lang="" altLang="en-US" sz="1400"/>
              <a:t>3 req for 2 minutes</a:t>
            </a:r>
            <a:endParaRPr lang="" altLang="en-US"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531995" y="3229610"/>
            <a:ext cx="31280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2000" b="1"/>
              <a:t>Role Base/ Multiuser</a:t>
            </a:r>
            <a:endParaRPr lang="" altLang="en-US" sz="20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42900" y="198120"/>
            <a:ext cx="29349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Go App service provider</a:t>
            </a:r>
            <a:endParaRPr lang="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42900" y="658495"/>
            <a:ext cx="84531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use Illuminate\Support\Facades\RateLimiter;</a:t>
            </a:r>
            <a:endParaRPr lang="en-US"/>
          </a:p>
          <a:p>
            <a:r>
              <a:rPr lang="en-US"/>
              <a:t>use Illuminate\Cache\RateLimiting\Limit;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19430" y="1807845"/>
            <a:ext cx="10833100" cy="39693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 public function boot(): void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RateLimiter::for('custom-booking-limit',function($request){</a:t>
            </a:r>
            <a:endParaRPr lang="en-US"/>
          </a:p>
          <a:p>
            <a:r>
              <a:rPr lang="en-US"/>
              <a:t>            $user = $request-&gt;user();</a:t>
            </a:r>
            <a:endParaRPr lang="en-US"/>
          </a:p>
          <a:p>
            <a:r>
              <a:rPr lang="en-US"/>
              <a:t>            if($user &amp;&amp; $user-&gt;role === 'admin'){</a:t>
            </a:r>
            <a:endParaRPr lang="en-US"/>
          </a:p>
          <a:p>
            <a:r>
              <a:rPr lang="en-US"/>
              <a:t>                //admins get more capacity</a:t>
            </a:r>
            <a:endParaRPr lang="en-US"/>
          </a:p>
          <a:p>
            <a:r>
              <a:rPr lang="en-US"/>
              <a:t>                return Limit::perMinute(120)-&gt;by($user-&gt;id);</a:t>
            </a:r>
            <a:endParaRPr lang="en-US"/>
          </a:p>
          <a:p>
            <a:r>
              <a:rPr lang="en-US"/>
              <a:t>            }</a:t>
            </a:r>
            <a:endParaRPr lang="en-US"/>
          </a:p>
          <a:p>
            <a:r>
              <a:rPr lang="en-US"/>
              <a:t>            // RateLimiter::increment('custom-booking-limit:'.$user-&gt;id);</a:t>
            </a:r>
            <a:endParaRPr lang="en-US"/>
          </a:p>
          <a:p>
            <a:r>
              <a:rPr lang="en-US"/>
              <a:t>            //guests or normal users get fewer requests</a:t>
            </a:r>
            <a:endParaRPr lang="en-US"/>
          </a:p>
          <a:p>
            <a:endParaRPr lang="en-US"/>
          </a:p>
          <a:p>
            <a:r>
              <a:rPr lang="en-US"/>
              <a:t>            return Limit::perMinute(</a:t>
            </a:r>
            <a:r>
              <a:rPr lang="" altLang="en-US"/>
              <a:t>5</a:t>
            </a:r>
            <a:r>
              <a:rPr lang="en-US"/>
              <a:t>)-&gt;by(optional($user)-&gt;id ?: $request-&gt;ip());</a:t>
            </a:r>
            <a:endParaRPr lang="en-US"/>
          </a:p>
          <a:p>
            <a:r>
              <a:rPr lang="en-US"/>
              <a:t>        });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3001645"/>
            <a:ext cx="11137265" cy="7791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5430" y="689610"/>
            <a:ext cx="118491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" altLang="en-US"/>
              <a:t>Api.php</a:t>
            </a:r>
            <a:endParaRPr lang="en-US"/>
          </a:p>
          <a:p>
            <a:r>
              <a:rPr lang="en-US"/>
              <a:t>Route::middleware(['auth:sanctum', 'throttle:custom-booking-limit'])-&gt;group(function(){</a:t>
            </a:r>
            <a:endParaRPr lang="en-US"/>
          </a:p>
          <a:p>
            <a:r>
              <a:rPr lang="en-US"/>
              <a:t>    Route::resource('/v1/bookings',BookingController::class);</a:t>
            </a:r>
            <a:endParaRPr lang="en-US"/>
          </a:p>
          <a:p>
            <a:r>
              <a:rPr lang="en-US"/>
              <a:t>});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65430" y="189865"/>
            <a:ext cx="613854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" altLang="en-US"/>
              <a:t>Add custom limit for roles in route throttle</a:t>
            </a:r>
            <a:endParaRPr lang="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375920" y="2306320"/>
            <a:ext cx="6138545" cy="3683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en-US"/>
              <a:t>Add </a:t>
            </a:r>
            <a:r>
              <a:rPr lang="" altLang="en-US"/>
              <a:t>a column user table name 'role'</a:t>
            </a:r>
            <a:endParaRPr lang="" altLang="en-US"/>
          </a:p>
        </p:txBody>
      </p:sp>
      <p:sp>
        <p:nvSpPr>
          <p:cNvPr id="9" name="Rectangle 8"/>
          <p:cNvSpPr/>
          <p:nvPr/>
        </p:nvSpPr>
        <p:spPr>
          <a:xfrm>
            <a:off x="8580120" y="3308985"/>
            <a:ext cx="393065" cy="1638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07340" y="4130040"/>
            <a:ext cx="6642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 php artisan cache:clear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" y="803910"/>
            <a:ext cx="11567160" cy="46113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12420" y="312420"/>
            <a:ext cx="73558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Hit Max 5 Request and 6 number request have many attempts</a:t>
            </a:r>
            <a:endParaRPr lang="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64185" y="5818505"/>
            <a:ext cx="7281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now you can change role admin and check how many request</a:t>
            </a:r>
            <a:endParaRPr lang="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99770" y="1096645"/>
            <a:ext cx="1043305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public function boot(): void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RateLimiter::for('custom-booking-limit',function($request){</a:t>
            </a:r>
            <a:endParaRPr lang="en-US"/>
          </a:p>
          <a:p>
            <a:r>
              <a:rPr lang="en-US"/>
              <a:t>            $user = $request-&gt;user();</a:t>
            </a:r>
            <a:endParaRPr lang="en-US"/>
          </a:p>
          <a:p>
            <a:endParaRPr lang="en-US"/>
          </a:p>
          <a:p>
            <a:r>
              <a:rPr lang="en-US"/>
              <a:t>            </a:t>
            </a:r>
            <a:r>
              <a:rPr lang="en-US">
                <a:solidFill>
                  <a:srgbClr val="002060"/>
                </a:solidFill>
              </a:rPr>
              <a:t>if($user &amp;&amp; $user-&gt;role === 'super admin'){</a:t>
            </a:r>
            <a:endParaRPr lang="en-US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                //admins get more capacity</a:t>
            </a:r>
            <a:endParaRPr lang="en-US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                return Limit::none();</a:t>
            </a:r>
            <a:endParaRPr lang="en-US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            }</a:t>
            </a:r>
            <a:endParaRPr lang="en-US">
              <a:solidFill>
                <a:srgbClr val="002060"/>
              </a:solidFill>
            </a:endParaRPr>
          </a:p>
          <a:p>
            <a:endParaRPr lang="en-US">
              <a:solidFill>
                <a:srgbClr val="002060"/>
              </a:solidFill>
            </a:endParaRPr>
          </a:p>
          <a:p>
            <a:r>
              <a:rPr lang="en-US"/>
              <a:t>            if($user &amp;&amp; $user-&gt;role === 'admin'){</a:t>
            </a:r>
            <a:endParaRPr lang="en-US"/>
          </a:p>
          <a:p>
            <a:r>
              <a:rPr lang="en-US"/>
              <a:t>                //admins get more capacity</a:t>
            </a:r>
            <a:endParaRPr lang="en-US"/>
          </a:p>
          <a:p>
            <a:r>
              <a:rPr lang="en-US"/>
              <a:t>                return Limit::perMinute(10)-&gt;by($user-&gt;id);</a:t>
            </a:r>
            <a:endParaRPr lang="en-US"/>
          </a:p>
          <a:p>
            <a:r>
              <a:rPr lang="en-US"/>
              <a:t>            }</a:t>
            </a:r>
            <a:endParaRPr lang="en-US"/>
          </a:p>
          <a:p>
            <a:r>
              <a:rPr lang="en-US"/>
              <a:t>            // RateLimiter::increment('custom-booking-limit:'.$user-&gt;id);</a:t>
            </a:r>
            <a:endParaRPr lang="en-US"/>
          </a:p>
          <a:p>
            <a:r>
              <a:rPr lang="en-US"/>
              <a:t>            //guests or normal users get fewer requests</a:t>
            </a:r>
            <a:endParaRPr lang="en-US"/>
          </a:p>
          <a:p>
            <a:endParaRPr lang="en-US"/>
          </a:p>
          <a:p>
            <a:r>
              <a:rPr lang="en-US"/>
              <a:t>            return Limit::perMinute(5)-&gt;by(optional($user)-&gt;id ?: $request-&gt;ip());</a:t>
            </a:r>
            <a:endParaRPr lang="en-US"/>
          </a:p>
          <a:p>
            <a:r>
              <a:rPr lang="en-US"/>
              <a:t>        });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77240" y="624205"/>
            <a:ext cx="4619625" cy="3683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p>
            <a:r>
              <a:rPr lang="" altLang="en-US"/>
              <a:t>add super user admin and set no limit </a:t>
            </a:r>
            <a:endParaRPr lang="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531995" y="3229610"/>
            <a:ext cx="4197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sz="2000" b="1"/>
              <a:t>API Authorization in Laravel</a:t>
            </a:r>
            <a:endParaRPr lang="en-US" altLang="en-US" sz="2000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08940" y="346075"/>
            <a:ext cx="98113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when limited method use get but when it curd functional need policy</a:t>
            </a:r>
            <a:endParaRPr lang="" altLang="en-US"/>
          </a:p>
          <a:p>
            <a:endParaRPr lang="" altLang="en-US"/>
          </a:p>
          <a:p>
            <a:r>
              <a:rPr lang="" altLang="en-US"/>
              <a:t>---------------------------------------------------------------------------------------------------------</a:t>
            </a:r>
            <a:endParaRPr lang="" altLang="en-US"/>
          </a:p>
          <a:p>
            <a:endParaRPr lang="" altLang="en-US"/>
          </a:p>
          <a:p>
            <a:r>
              <a:rPr lang="" altLang="en-US"/>
              <a:t>not use:</a:t>
            </a:r>
            <a:endParaRPr lang="" altLang="en-US"/>
          </a:p>
          <a:p>
            <a:r>
              <a:rPr lang="" altLang="en-US"/>
              <a:t>-&gt;php artisan make:policy BookingPolicy(have only class no method found)</a:t>
            </a:r>
            <a:endParaRPr lang="" altLang="en-US"/>
          </a:p>
          <a:p>
            <a:endParaRPr lang="" altLang="en-US"/>
          </a:p>
          <a:p>
            <a:r>
              <a:rPr lang="" altLang="en-US"/>
              <a:t>use this:</a:t>
            </a:r>
            <a:endParaRPr lang="" altLang="en-US"/>
          </a:p>
          <a:p>
            <a:r>
              <a:rPr lang="" altLang="en-US"/>
              <a:t>-&gt;php artisan make:policy BookingPolicy --model=Booking (have all method)</a:t>
            </a:r>
            <a:endParaRPr lang="" altLang="en-US"/>
          </a:p>
          <a:p>
            <a:endParaRPr lang="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08940" y="3397885"/>
            <a:ext cx="2719070" cy="3683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" altLang="en-US"/>
              <a:t>Now Register Policy</a:t>
            </a:r>
            <a:endParaRPr lang="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08940" y="3957320"/>
            <a:ext cx="1137856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>
                <a:ln/>
                <a:solidFill>
                  <a:schemeClr val="accent4"/>
                </a:solidFill>
              </a:rPr>
              <a:t>Register Have Two Type one </a:t>
            </a:r>
            <a:r>
              <a:rPr lang="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 service provider</a:t>
            </a:r>
            <a:r>
              <a:rPr lang="" altLang="en-US">
                <a:ln/>
                <a:solidFill>
                  <a:schemeClr val="accent4"/>
                </a:solidFill>
              </a:rPr>
              <a:t> and another one use </a:t>
            </a:r>
            <a:r>
              <a:rPr lang="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file but now laravel </a:t>
            </a:r>
            <a:endParaRPr lang="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version 12,13 have some changes so need some configur and use controller</a:t>
            </a:r>
            <a:endParaRPr lang="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67005" y="167005"/>
            <a:ext cx="2540000" cy="3683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r>
              <a:rPr lang="en-US"/>
              <a:t>BookingPolicy</a:t>
            </a:r>
            <a:r>
              <a:rPr lang="" altLang="en-US"/>
              <a:t>.php</a:t>
            </a:r>
            <a:endParaRPr lang="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67005" y="707390"/>
            <a:ext cx="9596120" cy="14763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//booking only show user</a:t>
            </a:r>
            <a:endParaRPr lang="en-US"/>
          </a:p>
          <a:p>
            <a:r>
              <a:rPr lang="en-US"/>
              <a:t>public function viewAny(User $user): bool</a:t>
            </a:r>
            <a:endParaRPr lang="en-US"/>
          </a:p>
          <a:p>
            <a:r>
              <a:rPr lang="en-US"/>
              <a:t> {</a:t>
            </a:r>
            <a:endParaRPr lang="en-US"/>
          </a:p>
          <a:p>
            <a:r>
              <a:rPr lang="en-US"/>
              <a:t>        return true;</a:t>
            </a:r>
            <a:endParaRPr lang="en-US"/>
          </a:p>
          <a:p>
            <a:r>
              <a:rPr lang="en-US"/>
              <a:t> }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67005" y="2399030"/>
            <a:ext cx="9596120" cy="14763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//booking only create admin</a:t>
            </a:r>
            <a:endParaRPr lang="en-US"/>
          </a:p>
          <a:p>
            <a:r>
              <a:rPr lang="en-US"/>
              <a:t>public function create(User $user): bool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return $user-&gt;role == 'admin';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67005" y="4839335"/>
            <a:ext cx="9596120" cy="14763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// add this in top booking controller class</a:t>
            </a:r>
            <a:r>
              <a:rPr lang="en-US" altLang="en-US"/>
              <a:t> </a:t>
            </a:r>
            <a:endParaRPr lang="en-US" altLang="en-US"/>
          </a:p>
          <a:p>
            <a:r>
              <a:rPr lang="en-US" altLang="en-US"/>
              <a:t>public function __construct()</a:t>
            </a:r>
            <a:endParaRPr lang="en-US" altLang="en-US"/>
          </a:p>
          <a:p>
            <a:r>
              <a:rPr lang="en-US" altLang="en-US"/>
              <a:t>    {</a:t>
            </a:r>
            <a:endParaRPr lang="en-US" altLang="en-US"/>
          </a:p>
          <a:p>
            <a:r>
              <a:rPr lang="en-US" altLang="en-US"/>
              <a:t>        $this-&gt;authorizeResource(Booking::class);</a:t>
            </a:r>
            <a:endParaRPr lang="en-US" altLang="en-US"/>
          </a:p>
          <a:p>
            <a:r>
              <a:rPr lang="en-US" altLang="en-US"/>
              <a:t>    }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67005" y="4307205"/>
            <a:ext cx="4001770" cy="3683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r>
              <a:rPr lang="en-US"/>
              <a:t>BookingController</a:t>
            </a:r>
            <a:r>
              <a:rPr lang="en-US" altLang="en-US"/>
              <a:t>.php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365125" y="266065"/>
            <a:ext cx="2540000" cy="3683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r>
              <a:rPr lang="" altLang="en-US"/>
              <a:t>Controller</a:t>
            </a:r>
            <a:r>
              <a:rPr lang="en-US" altLang="en-US"/>
              <a:t>.php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365125" y="806450"/>
            <a:ext cx="9596120" cy="28613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//</a:t>
            </a:r>
            <a:r>
              <a:rPr lang="" altLang="en-US"/>
              <a:t>and some functionality larvel version 12 have more change so red color text or parameter need add</a:t>
            </a:r>
            <a:endParaRPr lang="en-US" altLang="en-US"/>
          </a:p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use Illuminate\Routing\Controller as BaseController;</a:t>
            </a:r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use Illuminate\Foundation\Auth\Access\AuthorizesRequests;</a:t>
            </a:r>
            <a:endParaRPr lang="en-US"/>
          </a:p>
          <a:p>
            <a:endParaRPr lang="en-US"/>
          </a:p>
          <a:p>
            <a:r>
              <a:rPr lang="en-US"/>
              <a:t>abstract class Controller extends </a:t>
            </a:r>
            <a:r>
              <a:rPr lang="en-US">
                <a:solidFill>
                  <a:srgbClr val="FF0000"/>
                </a:solidFill>
              </a:rPr>
              <a:t>BaseController</a:t>
            </a:r>
            <a:endParaRPr lang="en-US"/>
          </a:p>
          <a:p>
            <a:r>
              <a:rPr lang="en-US"/>
              <a:t>{</a:t>
            </a:r>
            <a:endParaRPr lang="en-US"/>
          </a:p>
          <a:p>
            <a:r>
              <a:rPr lang="en-US"/>
              <a:t>    </a:t>
            </a:r>
            <a:r>
              <a:rPr lang="en-US">
                <a:solidFill>
                  <a:srgbClr val="FF0000"/>
                </a:solidFill>
              </a:rPr>
              <a:t>use AuthorizesRequests;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17525" y="4733290"/>
            <a:ext cx="104971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We Go Database and make it user and check booking create or post create  use postman!</a:t>
            </a:r>
            <a:endParaRPr lang="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8455" y="313055"/>
            <a:ext cx="83940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Finally it work user can't create or post any booking use only show data</a:t>
            </a:r>
            <a:endParaRPr lang="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65" y="681355"/>
            <a:ext cx="11405235" cy="60528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8455" y="313055"/>
            <a:ext cx="25406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User only show Data</a:t>
            </a:r>
            <a:endParaRPr lang="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" y="814070"/>
            <a:ext cx="11583035" cy="57346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05435" y="380365"/>
            <a:ext cx="107118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/>
              <a:t>Go DataBase and change user role user to admin and now can make post or create booking</a:t>
            </a:r>
            <a:endParaRPr lang="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" y="1068705"/>
            <a:ext cx="11888470" cy="56045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05435" y="380365"/>
            <a:ext cx="7513955" cy="368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" altLang="en-US"/>
              <a:t>Have a issue Midewaller problem so add triat ValidatesRequests</a:t>
            </a:r>
            <a:endParaRPr lang="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305435" y="1095375"/>
            <a:ext cx="11313795" cy="2306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use Illuminate\Routing\Controller as BaseController;</a:t>
            </a:r>
            <a:endParaRPr lang="en-US"/>
          </a:p>
          <a:p>
            <a:r>
              <a:rPr lang="en-US"/>
              <a:t>use Illuminate\Foundation\Auth\Access\AuthorizesRequests;</a:t>
            </a:r>
            <a:endParaRPr lang="en-US"/>
          </a:p>
          <a:p>
            <a:r>
              <a:rPr lang="en-US">
                <a:solidFill>
                  <a:srgbClr val="FF0000"/>
                </a:solidFill>
              </a:rPr>
              <a:t>use Illuminate\Foundation\Validation\ValidatesRequests;</a:t>
            </a:r>
            <a:endParaRPr lang="en-US"/>
          </a:p>
          <a:p>
            <a:endParaRPr lang="en-US"/>
          </a:p>
          <a:p>
            <a:r>
              <a:rPr lang="en-US"/>
              <a:t>abstract class Controller extends BaseController</a:t>
            </a:r>
            <a:endParaRPr lang="en-US"/>
          </a:p>
          <a:p>
            <a:r>
              <a:rPr lang="en-US"/>
              <a:t>{</a:t>
            </a:r>
            <a:endParaRPr lang="en-US"/>
          </a:p>
          <a:p>
            <a:r>
              <a:rPr lang="en-US"/>
              <a:t>    use AuthorizesRequests, </a:t>
            </a:r>
            <a:r>
              <a:rPr lang="en-US">
                <a:solidFill>
                  <a:srgbClr val="FF0000"/>
                </a:solidFill>
              </a:rPr>
              <a:t>ValidatesRequests</a:t>
            </a:r>
            <a:r>
              <a:rPr lang="en-US"/>
              <a:t>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05435" y="4411980"/>
            <a:ext cx="10496550" cy="20300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# add update capabiliy for admin</a:t>
            </a:r>
            <a:endParaRPr lang="en-US"/>
          </a:p>
          <a:p>
            <a:r>
              <a:rPr lang="en-US"/>
              <a:t>public function update(User $user, Booking $booking): Response</a:t>
            </a:r>
            <a:endParaRPr lang="en-US"/>
          </a:p>
          <a:p>
            <a:r>
              <a:rPr lang="en-US"/>
              <a:t>    {</a:t>
            </a:r>
            <a:endParaRPr lang="en-US"/>
          </a:p>
          <a:p>
            <a:r>
              <a:rPr lang="en-US"/>
              <a:t>        return $user-&gt;role == 'admin' || $user-&gt;id === $booking-&gt;user_id</a:t>
            </a:r>
            <a:endParaRPr lang="en-US"/>
          </a:p>
          <a:p>
            <a:r>
              <a:rPr lang="en-US"/>
              <a:t>        ? Response::allow()</a:t>
            </a:r>
            <a:endParaRPr lang="en-US"/>
          </a:p>
          <a:p>
            <a:r>
              <a:rPr lang="en-US"/>
              <a:t>        :Response::deny('You do not have permission to update this booking');</a:t>
            </a:r>
            <a:endParaRPr lang="en-US"/>
          </a:p>
          <a:p>
            <a:r>
              <a:rPr lang="en-US"/>
              <a:t>    }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05435" y="3871595"/>
            <a:ext cx="2540000" cy="3683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r>
              <a:rPr lang="" altLang="en-US"/>
              <a:t>BookingPolicy</a:t>
            </a:r>
            <a:r>
              <a:rPr lang="en-US" altLang="en-US"/>
              <a:t>.php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6070" y="1104900"/>
            <a:ext cx="10612755" cy="17532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r>
              <a:rPr lang="" altLang="en-US"/>
              <a:t>//super admin can do anything</a:t>
            </a:r>
            <a:endParaRPr lang="en-US"/>
          </a:p>
          <a:p>
            <a:r>
              <a:rPr lang="en-US"/>
              <a:t>public function before(User $user, $ability){</a:t>
            </a:r>
            <a:endParaRPr lang="en-US"/>
          </a:p>
          <a:p>
            <a:r>
              <a:rPr lang="en-US"/>
              <a:t>        if($user-&gt;role === 'super admin'){</a:t>
            </a:r>
            <a:endParaRPr lang="en-US"/>
          </a:p>
          <a:p>
            <a:r>
              <a:rPr lang="en-US"/>
              <a:t>            return true;</a:t>
            </a:r>
            <a:endParaRPr lang="en-US"/>
          </a:p>
          <a:p>
            <a:r>
              <a:rPr lang="en-US"/>
              <a:t>        }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06070" y="350520"/>
            <a:ext cx="5380990" cy="645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r>
              <a:rPr lang="en-US" altLang="en-US"/>
              <a:t>BookingPolicy.php </a:t>
            </a:r>
            <a:r>
              <a:rPr lang="" altLang="en-US"/>
              <a:t>(add new supper admin policy or method use laravel before method)</a:t>
            </a:r>
            <a:endParaRPr lang="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" y="3248025"/>
            <a:ext cx="11466830" cy="1000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0" y="4135755"/>
            <a:ext cx="6363970" cy="26689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9610</Words>
  <Application>WPS Presentation</Application>
  <PresentationFormat>宽屏</PresentationFormat>
  <Paragraphs>388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7" baseType="lpstr">
      <vt:lpstr>Arial</vt:lpstr>
      <vt:lpstr>SimSun</vt:lpstr>
      <vt:lpstr>Wingdings</vt:lpstr>
      <vt:lpstr>Noto Sans</vt:lpstr>
      <vt:lpstr>Nimbus Mono PS</vt:lpstr>
      <vt:lpstr>微软雅黑</vt:lpstr>
      <vt:lpstr>Droid Sans Fallback</vt:lpstr>
      <vt:lpstr>DejaVu Sans</vt:lpstr>
      <vt:lpstr>Arial Unicode MS</vt:lpstr>
      <vt:lpstr>SimSun</vt:lpstr>
      <vt:lpstr>Calibri Light</vt:lpstr>
      <vt:lpstr>Calibri</vt:lpstr>
      <vt:lpstr>URW Bookman</vt:lpstr>
      <vt:lpstr>Standard Symbols PS</vt:lpstr>
      <vt:lpstr>Ubuntu</vt:lpstr>
      <vt:lpstr>Ubuntu Sans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hasnat</cp:lastModifiedBy>
  <cp:revision>352</cp:revision>
  <dcterms:created xsi:type="dcterms:W3CDTF">2026-04-16T21:39:43Z</dcterms:created>
  <dcterms:modified xsi:type="dcterms:W3CDTF">2026-04-16T21:39:43Z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1033-10.1.0.6757</vt:lpwstr>
  </property>
</Properties>
</file>