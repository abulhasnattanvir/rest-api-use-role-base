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328" r:id="rId4"/>
    <p:sldId id="340" r:id="rId5"/>
    <p:sldId id="385" r:id="rId6"/>
    <p:sldId id="386" r:id="rId7"/>
    <p:sldId id="387" r:id="rId8"/>
    <p:sldId id="388" r:id="rId9"/>
    <p:sldId id="389" r:id="rId10"/>
    <p:sldId id="393" r:id="rId11"/>
    <p:sldId id="390" r:id="rId12"/>
    <p:sldId id="262" r:id="rId13"/>
    <p:sldId id="391" r:id="rId14"/>
    <p:sldId id="392" r:id="rId15"/>
    <p:sldId id="339" r:id="rId16"/>
    <p:sldId id="341" r:id="rId17"/>
    <p:sldId id="354" r:id="rId18"/>
    <p:sldId id="274" r:id="rId19"/>
    <p:sldId id="355" r:id="rId20"/>
    <p:sldId id="356" r:id="rId21"/>
    <p:sldId id="357" r:id="rId22"/>
    <p:sldId id="358" r:id="rId23"/>
    <p:sldId id="348" r:id="rId24"/>
    <p:sldId id="361" r:id="rId25"/>
    <p:sldId id="359" r:id="rId26"/>
    <p:sldId id="360" r:id="rId27"/>
    <p:sldId id="365" r:id="rId28"/>
    <p:sldId id="349" r:id="rId29"/>
    <p:sldId id="351" r:id="rId30"/>
    <p:sldId id="362" r:id="rId31"/>
    <p:sldId id="363" r:id="rId32"/>
    <p:sldId id="364" r:id="rId33"/>
    <p:sldId id="434" r:id="rId34"/>
    <p:sldId id="430" r:id="rId35"/>
    <p:sldId id="431" r:id="rId36"/>
    <p:sldId id="432" r:id="rId37"/>
    <p:sldId id="435" r:id="rId38"/>
    <p:sldId id="433" r:id="rId39"/>
    <p:sldId id="436" r:id="rId40"/>
    <p:sldId id="437" r:id="rId41"/>
    <p:sldId id="438" r:id="rId42"/>
    <p:sldId id="439" r:id="rId43"/>
    <p:sldId id="441" r:id="rId44"/>
    <p:sldId id="440" r:id="rId45"/>
    <p:sldId id="443" r:id="rId46"/>
    <p:sldId id="444" r:id="rId47"/>
    <p:sldId id="445" r:id="rId48"/>
    <p:sldId id="447" r:id="rId49"/>
    <p:sldId id="446" r:id="rId50"/>
    <p:sldId id="448" r:id="rId51"/>
    <p:sldId id="449" r:id="rId52"/>
    <p:sldId id="450" r:id="rId53"/>
    <p:sldId id="451" r:id="rId5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7" Type="http://schemas.openxmlformats.org/officeDocument/2006/relationships/tableStyles" Target="tableStyles.xml"/><Relationship Id="rId56" Type="http://schemas.openxmlformats.org/officeDocument/2006/relationships/viewProps" Target="viewProps.xml"/><Relationship Id="rId55" Type="http://schemas.openxmlformats.org/officeDocument/2006/relationships/presProps" Target="presProps.xml"/><Relationship Id="rId54" Type="http://schemas.openxmlformats.org/officeDocument/2006/relationships/slide" Target="slides/slide52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" name="Text Box 99"/>
          <p:cNvSpPr txBox="1"/>
          <p:nvPr/>
        </p:nvSpPr>
        <p:spPr>
          <a:xfrm>
            <a:off x="3750945" y="3199130"/>
            <a:ext cx="4379595" cy="4603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marL="0" indent="0" algn="ctr"/>
            <a:r>
              <a:rPr lang="en-US" altLang="en-US" sz="2400" b="1">
                <a:solidFill>
                  <a:srgbClr val="000000"/>
                </a:solidFill>
                <a:latin typeface="Noto Sans" panose="020B0502040504020204" charset="0"/>
                <a:cs typeface="Noto Sans" panose="020B0502040504020204" charset="0"/>
              </a:rPr>
              <a:t>Make REST API</a:t>
            </a:r>
            <a:endParaRPr lang="en-US" altLang="en-US" sz="2400" b="1">
              <a:solidFill>
                <a:srgbClr val="000000"/>
              </a:solidFill>
              <a:latin typeface="Noto Sans" panose="020B0502040504020204" charset="0"/>
              <a:cs typeface="Noto Sans" panose="020B050204050402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08940" y="571500"/>
            <a:ext cx="321754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en-US" u="sng"/>
              <a:t>-&gt; Laravel Sanctum Install</a:t>
            </a:r>
            <a:endParaRPr lang="en-US" altLang="en-US" u="sng"/>
          </a:p>
        </p:txBody>
      </p:sp>
      <p:sp>
        <p:nvSpPr>
          <p:cNvPr id="3" name="Text Box 2"/>
          <p:cNvSpPr txBox="1"/>
          <p:nvPr/>
        </p:nvSpPr>
        <p:spPr>
          <a:xfrm>
            <a:off x="495300" y="1280160"/>
            <a:ext cx="30124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en-US" u="sng"/>
              <a:t>-&gt; php artisan install:api</a:t>
            </a:r>
            <a:endParaRPr lang="en-US" altLang="en-US" u="sng"/>
          </a:p>
        </p:txBody>
      </p:sp>
      <p:sp>
        <p:nvSpPr>
          <p:cNvPr id="5" name="Text Box 4"/>
          <p:cNvSpPr txBox="1"/>
          <p:nvPr/>
        </p:nvSpPr>
        <p:spPr>
          <a:xfrm>
            <a:off x="560070" y="2090420"/>
            <a:ext cx="6355080" cy="230695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en-US" u="sng">
                <a:solidFill>
                  <a:srgbClr val="00B050"/>
                </a:solidFill>
              </a:rPr>
              <a:t>User Model add This :</a:t>
            </a:r>
            <a:endParaRPr lang="en-US" altLang="en-US" u="sng"/>
          </a:p>
          <a:p>
            <a:pPr algn="l"/>
            <a:endParaRPr lang="en-US" altLang="en-US" u="sng"/>
          </a:p>
          <a:p>
            <a:pPr algn="l"/>
            <a:r>
              <a:rPr lang="en-US" altLang="en-US" u="sng">
                <a:solidFill>
                  <a:srgbClr val="0070C0"/>
                </a:solidFill>
                <a:latin typeface="Nimbus Mono PS" charset="0"/>
                <a:cs typeface="Nimbus Mono PS" charset="0"/>
              </a:rPr>
              <a:t>use Laravel\Sanctum\HasApiTokens;</a:t>
            </a:r>
            <a:endParaRPr lang="en-US" altLang="en-US" u="sng">
              <a:solidFill>
                <a:srgbClr val="0070C0"/>
              </a:solidFill>
              <a:latin typeface="Nimbus Mono PS" charset="0"/>
              <a:cs typeface="Nimbus Mono PS" charset="0"/>
            </a:endParaRPr>
          </a:p>
          <a:p>
            <a:pPr algn="l"/>
            <a:endParaRPr lang="en-US" altLang="en-US" u="sng">
              <a:solidFill>
                <a:srgbClr val="0070C0"/>
              </a:solidFill>
              <a:latin typeface="Nimbus Mono PS" charset="0"/>
              <a:cs typeface="Nimbus Mono PS" charset="0"/>
            </a:endParaRPr>
          </a:p>
          <a:p>
            <a:pPr algn="l"/>
            <a:r>
              <a:rPr lang="en-US" altLang="en-US" u="sng">
                <a:solidFill>
                  <a:srgbClr val="0070C0"/>
                </a:solidFill>
                <a:latin typeface="Nimbus Mono PS" charset="0"/>
                <a:cs typeface="Nimbus Mono PS" charset="0"/>
              </a:rPr>
              <a:t>class User extends Authenticatable</a:t>
            </a:r>
            <a:endParaRPr lang="en-US" altLang="en-US" u="sng">
              <a:solidFill>
                <a:srgbClr val="0070C0"/>
              </a:solidFill>
              <a:latin typeface="Nimbus Mono PS" charset="0"/>
              <a:cs typeface="Nimbus Mono PS" charset="0"/>
            </a:endParaRPr>
          </a:p>
          <a:p>
            <a:pPr algn="l"/>
            <a:r>
              <a:rPr lang="en-US" altLang="en-US" u="sng">
                <a:solidFill>
                  <a:srgbClr val="0070C0"/>
                </a:solidFill>
                <a:latin typeface="Nimbus Mono PS" charset="0"/>
                <a:cs typeface="Nimbus Mono PS" charset="0"/>
              </a:rPr>
              <a:t>{</a:t>
            </a:r>
            <a:endParaRPr lang="en-US" altLang="en-US" u="sng">
              <a:solidFill>
                <a:srgbClr val="0070C0"/>
              </a:solidFill>
              <a:latin typeface="Nimbus Mono PS" charset="0"/>
              <a:cs typeface="Nimbus Mono PS" charset="0"/>
            </a:endParaRPr>
          </a:p>
          <a:p>
            <a:pPr algn="l"/>
            <a:r>
              <a:rPr lang="en-US" altLang="en-US" u="sng">
                <a:solidFill>
                  <a:srgbClr val="0070C0"/>
                </a:solidFill>
                <a:latin typeface="Nimbus Mono PS" charset="0"/>
                <a:cs typeface="Nimbus Mono PS" charset="0"/>
              </a:rPr>
              <a:t>    use HasApiTokens, HasFactory, Notifiable;</a:t>
            </a:r>
            <a:endParaRPr lang="en-US" altLang="en-US" u="sng">
              <a:solidFill>
                <a:srgbClr val="0070C0"/>
              </a:solidFill>
              <a:latin typeface="Nimbus Mono PS" charset="0"/>
              <a:cs typeface="Nimbus Mono PS" charset="0"/>
            </a:endParaRPr>
          </a:p>
          <a:p>
            <a:pPr algn="l"/>
            <a:r>
              <a:rPr lang="en-US" altLang="en-US" u="sng">
                <a:solidFill>
                  <a:srgbClr val="0070C0"/>
                </a:solidFill>
                <a:latin typeface="Nimbus Mono PS" charset="0"/>
                <a:cs typeface="Nimbus Mono PS" charset="0"/>
              </a:rPr>
              <a:t>}</a:t>
            </a:r>
            <a:endParaRPr lang="en-US" altLang="en-US" u="sng">
              <a:solidFill>
                <a:srgbClr val="0070C0"/>
              </a:solidFill>
              <a:latin typeface="Nimbus Mono PS" charset="0"/>
              <a:cs typeface="Nimbus Mono PS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60070" y="4646930"/>
            <a:ext cx="953135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php artisan make:controller V1/BookingController --api --resource</a:t>
            </a:r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560070" y="5260975"/>
            <a:ext cx="75018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php artisan make:model Booking -m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527685" y="389255"/>
            <a:ext cx="444690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migrations table add</a:t>
            </a:r>
            <a:endParaRPr lang="en-US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641985" y="963930"/>
            <a:ext cx="762381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$table-&gt;string('title');</a:t>
            </a:r>
            <a:endParaRPr lang="en-US"/>
          </a:p>
          <a:p>
            <a:r>
              <a:rPr lang="en-US"/>
              <a:t>$table-&gt;date('date');</a:t>
            </a:r>
            <a:endParaRPr lang="en-US"/>
          </a:p>
          <a:p>
            <a:r>
              <a:rPr lang="en-US"/>
              <a:t>$table-&gt;string('status')-&gt;default('pending');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527685" y="2227580"/>
            <a:ext cx="444690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booking modal add </a:t>
            </a:r>
            <a:endParaRPr lang="en-US" altLang="en-US"/>
          </a:p>
        </p:txBody>
      </p:sp>
      <p:sp>
        <p:nvSpPr>
          <p:cNvPr id="5" name="Text Box 4"/>
          <p:cNvSpPr txBox="1"/>
          <p:nvPr/>
        </p:nvSpPr>
        <p:spPr>
          <a:xfrm>
            <a:off x="731520" y="2595880"/>
            <a:ext cx="60693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protected $fillable = ['title','date','status'];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527685" y="3244850"/>
            <a:ext cx="444690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 altLang="en-US"/>
              <a:t>make route in api.php</a:t>
            </a:r>
            <a:endParaRPr lang="en-US" altLang="en-US"/>
          </a:p>
        </p:txBody>
      </p:sp>
      <p:sp>
        <p:nvSpPr>
          <p:cNvPr id="7" name="Text Box 6"/>
          <p:cNvSpPr txBox="1"/>
          <p:nvPr/>
        </p:nvSpPr>
        <p:spPr>
          <a:xfrm>
            <a:off x="920115" y="3613150"/>
            <a:ext cx="692785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Route::resource('/v1/bookings',BookingController::class);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641985" y="4243705"/>
            <a:ext cx="38004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 </a:t>
            </a:r>
            <a:r>
              <a:rPr lang="en-US" altLang="en-US"/>
              <a:t>-&gt; </a:t>
            </a:r>
            <a:r>
              <a:rPr lang="en-US"/>
              <a:t>php artisan route:list</a:t>
            </a:r>
            <a:endParaRPr lang="en-US"/>
          </a:p>
        </p:txBody>
      </p:sp>
      <p:sp>
        <p:nvSpPr>
          <p:cNvPr id="10" name="Text Box 9"/>
          <p:cNvSpPr txBox="1"/>
          <p:nvPr/>
        </p:nvSpPr>
        <p:spPr>
          <a:xfrm>
            <a:off x="731520" y="5158740"/>
            <a:ext cx="7534910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600"/>
              <a:t>public function store(Request $request)</a:t>
            </a:r>
            <a:endParaRPr lang="en-US" sz="1600"/>
          </a:p>
          <a:p>
            <a:r>
              <a:rPr lang="en-US" sz="1600"/>
              <a:t>    {</a:t>
            </a:r>
            <a:endParaRPr lang="en-US" sz="1600"/>
          </a:p>
          <a:p>
            <a:r>
              <a:rPr lang="en-US" sz="1600"/>
              <a:t>        $request-&gt;validate([</a:t>
            </a:r>
            <a:endParaRPr lang="en-US" sz="1600"/>
          </a:p>
          <a:p>
            <a:r>
              <a:rPr lang="en-US" sz="1600"/>
              <a:t>            'title' =&gt; ['required']</a:t>
            </a:r>
            <a:endParaRPr lang="en-US" sz="1600"/>
          </a:p>
          <a:p>
            <a:r>
              <a:rPr lang="en-US" sz="1600"/>
              <a:t>        ]);</a:t>
            </a:r>
            <a:endParaRPr lang="en-US" sz="1600"/>
          </a:p>
          <a:p>
            <a:r>
              <a:rPr lang="en-US" sz="1600"/>
              <a:t>    }</a:t>
            </a:r>
            <a:endParaRPr lang="en-US" sz="1600"/>
          </a:p>
        </p:txBody>
      </p:sp>
      <p:sp>
        <p:nvSpPr>
          <p:cNvPr id="11" name="Text Box 10"/>
          <p:cNvSpPr txBox="1"/>
          <p:nvPr/>
        </p:nvSpPr>
        <p:spPr>
          <a:xfrm>
            <a:off x="589280" y="4701540"/>
            <a:ext cx="7835900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altLang="en-US"/>
              <a:t>Make a controller method and add validation</a:t>
            </a:r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045" y="410210"/>
            <a:ext cx="11355070" cy="60382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940" y="276860"/>
            <a:ext cx="11857355" cy="63049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429260" y="304800"/>
            <a:ext cx="9123680" cy="258445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 altLang="en-US"/>
              <a:t>Add Get Method and check api</a:t>
            </a:r>
            <a:endParaRPr lang="en-US"/>
          </a:p>
          <a:p>
            <a:r>
              <a:rPr lang="en-US"/>
              <a:t>public function index()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</a:t>
            </a:r>
            <a:endParaRPr lang="en-US"/>
          </a:p>
          <a:p>
            <a:r>
              <a:rPr lang="en-US"/>
              <a:t>        $booking = Booking::all();</a:t>
            </a:r>
            <a:endParaRPr lang="en-US"/>
          </a:p>
          <a:p>
            <a:r>
              <a:rPr lang="en-US"/>
              <a:t>        return response()-&gt;json([</a:t>
            </a:r>
            <a:endParaRPr lang="en-US"/>
          </a:p>
          <a:p>
            <a:r>
              <a:rPr lang="en-US"/>
              <a:t>            'bookings'=&gt;$booking</a:t>
            </a:r>
            <a:endParaRPr lang="en-US"/>
          </a:p>
          <a:p>
            <a:r>
              <a:rPr lang="en-US"/>
              <a:t>        ],200);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410" y="3001645"/>
            <a:ext cx="10133330" cy="34728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15" y="2783840"/>
            <a:ext cx="11664950" cy="399796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61620" y="624840"/>
            <a:ext cx="11112500" cy="203009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/>
              <a:t>public function show(string $id)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$booking = booking::find($id);</a:t>
            </a:r>
            <a:endParaRPr lang="en-US"/>
          </a:p>
          <a:p>
            <a:r>
              <a:rPr lang="en-US"/>
              <a:t>        return response()-&gt;json([</a:t>
            </a:r>
            <a:endParaRPr lang="en-US"/>
          </a:p>
          <a:p>
            <a:r>
              <a:rPr lang="en-US"/>
              <a:t>            'booking' =&gt; $booking</a:t>
            </a:r>
            <a:endParaRPr lang="en-US"/>
          </a:p>
          <a:p>
            <a:r>
              <a:rPr lang="en-US"/>
              <a:t>        ],201);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261620" y="173990"/>
            <a:ext cx="459295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/>
              <a:t>Write Show Method and Check this api</a:t>
            </a:r>
            <a:endParaRPr lang="en-US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674370" y="802640"/>
            <a:ext cx="10744200" cy="56311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/>
              <a:t>public function update(Request $request, string $id)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$request-&gt;validate([</a:t>
            </a:r>
            <a:endParaRPr lang="en-US"/>
          </a:p>
          <a:p>
            <a:r>
              <a:rPr lang="en-US"/>
              <a:t>            'title' =&gt; ['required'],</a:t>
            </a:r>
            <a:endParaRPr lang="en-US"/>
          </a:p>
          <a:p>
            <a:r>
              <a:rPr lang="en-US"/>
              <a:t>            'date'  =&gt; ['required', 'date'],</a:t>
            </a:r>
            <a:endParaRPr lang="en-US"/>
          </a:p>
          <a:p>
            <a:r>
              <a:rPr lang="en-US"/>
              <a:t>            'status' =&gt; ['required'],</a:t>
            </a:r>
            <a:endParaRPr lang="en-US"/>
          </a:p>
          <a:p>
            <a:r>
              <a:rPr lang="en-US"/>
              <a:t>        ]);</a:t>
            </a:r>
            <a:endParaRPr lang="en-US"/>
          </a:p>
          <a:p>
            <a:endParaRPr lang="en-US"/>
          </a:p>
          <a:p>
            <a:r>
              <a:rPr lang="en-US"/>
              <a:t>        $booking = Booking::find($id);</a:t>
            </a:r>
            <a:endParaRPr lang="en-US"/>
          </a:p>
          <a:p>
            <a:r>
              <a:rPr lang="en-US"/>
              <a:t>        // dd($booking);</a:t>
            </a:r>
            <a:endParaRPr lang="en-US"/>
          </a:p>
          <a:p>
            <a:r>
              <a:rPr lang="en-US"/>
              <a:t>        $booking-&gt;update([</a:t>
            </a:r>
            <a:endParaRPr lang="en-US"/>
          </a:p>
          <a:p>
            <a:r>
              <a:rPr lang="en-US"/>
              <a:t>            'title' =&gt; $request-&gt;title,</a:t>
            </a:r>
            <a:endParaRPr lang="en-US"/>
          </a:p>
          <a:p>
            <a:r>
              <a:rPr lang="en-US"/>
              <a:t>            'date'  =&gt; $request-&gt;date,</a:t>
            </a:r>
            <a:endParaRPr lang="en-US"/>
          </a:p>
          <a:p>
            <a:r>
              <a:rPr lang="en-US"/>
              <a:t>            'status' =&gt; $request-&gt;status</a:t>
            </a:r>
            <a:endParaRPr lang="en-US"/>
          </a:p>
          <a:p>
            <a:r>
              <a:rPr lang="en-US"/>
              <a:t>        ]);</a:t>
            </a:r>
            <a:endParaRPr lang="en-US"/>
          </a:p>
          <a:p>
            <a:endParaRPr lang="en-US"/>
          </a:p>
          <a:p>
            <a:r>
              <a:rPr lang="en-US"/>
              <a:t>        return response()-&gt;json([</a:t>
            </a:r>
            <a:endParaRPr lang="en-US"/>
          </a:p>
          <a:p>
            <a:r>
              <a:rPr lang="en-US"/>
              <a:t>            'message' =&gt; 'Booking Updated!'</a:t>
            </a:r>
            <a:endParaRPr lang="en-US"/>
          </a:p>
          <a:p>
            <a:r>
              <a:rPr lang="en-US"/>
              <a:t>        ], 201);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617220" y="296545"/>
            <a:ext cx="385508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/>
              <a:t>Make PUT API Write this method</a:t>
            </a:r>
            <a:endParaRPr lang="en-US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540" y="813435"/>
            <a:ext cx="11657330" cy="4902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528320" y="748030"/>
            <a:ext cx="6559550" cy="230695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/>
              <a:t>public function destroy(string $id)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Booking::find($id)-&gt;delete();</a:t>
            </a:r>
            <a:endParaRPr lang="en-US"/>
          </a:p>
          <a:p>
            <a:r>
              <a:rPr lang="en-US"/>
              <a:t>        return response()-&gt;json(</a:t>
            </a:r>
            <a:endParaRPr lang="en-US"/>
          </a:p>
          <a:p>
            <a:r>
              <a:rPr lang="en-US"/>
              <a:t>        [</a:t>
            </a:r>
            <a:endParaRPr lang="en-US"/>
          </a:p>
          <a:p>
            <a:r>
              <a:rPr lang="en-US"/>
              <a:t>            'message' =&gt; 'Booking Delete!'</a:t>
            </a:r>
            <a:endParaRPr lang="en-US"/>
          </a:p>
          <a:p>
            <a:r>
              <a:rPr lang="en-US"/>
              <a:t>        ],201);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415925" y="321945"/>
            <a:ext cx="136652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/>
              <a:t>Delete API</a:t>
            </a:r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5925" y="3365500"/>
            <a:ext cx="11152505" cy="26473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3353435" y="2465705"/>
            <a:ext cx="536003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en-US" sz="2000" b="1"/>
              <a:t>Make API Most Secure</a:t>
            </a:r>
            <a:endParaRPr lang="en-US" altLang="en-US" sz="2000" b="1"/>
          </a:p>
          <a:p>
            <a:pPr algn="ctr"/>
            <a:r>
              <a:rPr lang="en-US" altLang="en-US" sz="2000" b="1"/>
              <a:t>Eloquent: API Resources</a:t>
            </a:r>
            <a:endParaRPr lang="en-US" altLang="en-US" sz="2000" b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387985" y="224790"/>
            <a:ext cx="73621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php artisan make:resource BookingResource</a:t>
            </a:r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985" y="913130"/>
            <a:ext cx="11217910" cy="52336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24815" y="329565"/>
            <a:ext cx="481139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en-US" altLang="en-US"/>
              <a:t>Go Controller and Use Booking Resource</a:t>
            </a:r>
            <a:endParaRPr lang="en-US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494665" y="1343025"/>
            <a:ext cx="6887845" cy="1476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public function index()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$booking = Booking::all();</a:t>
            </a:r>
            <a:endParaRPr lang="en-US"/>
          </a:p>
          <a:p>
            <a:r>
              <a:rPr lang="en-US"/>
              <a:t>        return BookingResource::collection($booking);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494665" y="869950"/>
            <a:ext cx="58959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use App\Http\Resources\BookingResource;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815" y="3234055"/>
            <a:ext cx="10191750" cy="340931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424815" y="2865755"/>
            <a:ext cx="6344920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en-US" altLang="en-US"/>
              <a:t>Check API and show a new data property wrap “data”</a:t>
            </a:r>
            <a:endParaRPr lang="en-US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ext Box 5"/>
          <p:cNvSpPr txBox="1"/>
          <p:nvPr/>
        </p:nvSpPr>
        <p:spPr>
          <a:xfrm>
            <a:off x="310515" y="278130"/>
            <a:ext cx="448881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en-US" altLang="en-US"/>
              <a:t>Create Method add Booking Resource</a:t>
            </a:r>
            <a:endParaRPr lang="en-US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515" y="876935"/>
            <a:ext cx="11734165" cy="3860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9570" y="1323340"/>
            <a:ext cx="11257280" cy="277114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310515" y="278130"/>
            <a:ext cx="509587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en-US" altLang="en-US"/>
              <a:t>Show single Method add Booking Resource</a:t>
            </a:r>
            <a:endParaRPr lang="en-US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390" y="752475"/>
            <a:ext cx="10990580" cy="535241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310515" y="278130"/>
            <a:ext cx="4558030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en-US" altLang="en-US"/>
              <a:t>Update Method add Booking Resource</a:t>
            </a:r>
            <a:endParaRPr lang="en-US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514850" y="3229610"/>
            <a:ext cx="316230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 sz="2000" b="1"/>
              <a:t>Use Token base Auth</a:t>
            </a:r>
            <a:endParaRPr lang="en-US" altLang="en-US" sz="2000" b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363855" y="274320"/>
            <a:ext cx="857440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-&gt; </a:t>
            </a:r>
            <a:r>
              <a:rPr lang="en-US"/>
              <a:t>php artisan make:controller API/V1/AuthenticationController.php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523240" y="784225"/>
            <a:ext cx="1116139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 altLang="en-US"/>
              <a:t>Move my booking Controller API/V1 Folder so route and controller namespace change path</a:t>
            </a:r>
            <a:endParaRPr lang="en-US" altLang="en-US"/>
          </a:p>
        </p:txBody>
      </p:sp>
      <p:sp>
        <p:nvSpPr>
          <p:cNvPr id="7" name="Text Box 6"/>
          <p:cNvSpPr txBox="1"/>
          <p:nvPr/>
        </p:nvSpPr>
        <p:spPr>
          <a:xfrm>
            <a:off x="523240" y="1404620"/>
            <a:ext cx="112477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Route::post('v1/register',[AuthenticationController::class,'register'])-&gt;name('register');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566420" y="1922780"/>
            <a:ext cx="1116139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 altLang="en-US"/>
              <a:t>Go Authentication Controller and make register method</a:t>
            </a:r>
            <a:endParaRPr lang="en-US" altLang="en-US"/>
          </a:p>
        </p:txBody>
      </p:sp>
      <p:sp>
        <p:nvSpPr>
          <p:cNvPr id="9" name="Text Box 8"/>
          <p:cNvSpPr txBox="1"/>
          <p:nvPr/>
        </p:nvSpPr>
        <p:spPr>
          <a:xfrm>
            <a:off x="620395" y="2506980"/>
            <a:ext cx="9468485" cy="42462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public function register(Request $request){</a:t>
            </a:r>
            <a:endParaRPr lang="en-US"/>
          </a:p>
          <a:p>
            <a:r>
              <a:rPr lang="en-US"/>
              <a:t>        $request-&gt;validate([</a:t>
            </a:r>
            <a:endParaRPr lang="en-US"/>
          </a:p>
          <a:p>
            <a:r>
              <a:rPr lang="en-US"/>
              <a:t>            'name' =&gt; ['required', 'string'],</a:t>
            </a:r>
            <a:endParaRPr lang="en-US"/>
          </a:p>
          <a:p>
            <a:r>
              <a:rPr lang="en-US"/>
              <a:t>            'email' =&gt; ['required', 'string'],</a:t>
            </a:r>
            <a:endParaRPr lang="en-US"/>
          </a:p>
          <a:p>
            <a:r>
              <a:rPr lang="en-US"/>
              <a:t>            'password' =&gt; ['required']</a:t>
            </a:r>
            <a:endParaRPr lang="en-US"/>
          </a:p>
          <a:p>
            <a:r>
              <a:rPr lang="en-US"/>
              <a:t>        ]);</a:t>
            </a:r>
            <a:endParaRPr lang="en-US"/>
          </a:p>
          <a:p>
            <a:endParaRPr lang="en-US"/>
          </a:p>
          <a:p>
            <a:r>
              <a:rPr lang="en-US"/>
              <a:t>        $user = User::create([</a:t>
            </a:r>
            <a:endParaRPr lang="en-US"/>
          </a:p>
          <a:p>
            <a:r>
              <a:rPr lang="en-US"/>
              <a:t>            'name' =&gt; $request-&gt;name,</a:t>
            </a:r>
            <a:endParaRPr lang="en-US"/>
          </a:p>
          <a:p>
            <a:r>
              <a:rPr lang="en-US"/>
              <a:t>            'email' =&gt; $request-&gt;email,</a:t>
            </a:r>
            <a:endParaRPr lang="en-US"/>
          </a:p>
          <a:p>
            <a:r>
              <a:rPr lang="en-US"/>
              <a:t>            'password' =&gt; Hash::make($request-&gt;password)</a:t>
            </a:r>
            <a:endParaRPr lang="en-US"/>
          </a:p>
          <a:p>
            <a:r>
              <a:rPr lang="en-US"/>
              <a:t>        ]);</a:t>
            </a:r>
            <a:endParaRPr lang="en-US"/>
          </a:p>
          <a:p>
            <a:endParaRPr lang="en-US"/>
          </a:p>
          <a:p>
            <a:r>
              <a:rPr lang="en-US"/>
              <a:t>        return $user-&gt;createToken('api_token')-&gt;plainTextToken;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585" y="934085"/>
            <a:ext cx="10990580" cy="535241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662305" y="439420"/>
            <a:ext cx="952881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/>
              <a:t>Copy this token start (DA7..................................................) and save this notepad</a:t>
            </a:r>
            <a:endParaRPr lang="en-US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115" y="773430"/>
            <a:ext cx="11875770" cy="310197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153670" y="243840"/>
            <a:ext cx="4856480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en-US" altLang="en-US"/>
              <a:t>Check Database Have a encription token</a:t>
            </a:r>
            <a:endParaRPr lang="en-US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260350" y="948055"/>
            <a:ext cx="116713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Route::resource('/v1/bookings',BookingController::class)-&gt;middleware('auth:sanctum');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339725" y="286385"/>
            <a:ext cx="1001585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altLang="en-US"/>
              <a:t>add auth sanctum</a:t>
            </a:r>
            <a:endParaRPr lang="en-US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725" y="1711960"/>
            <a:ext cx="11085830" cy="379031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390525" y="422910"/>
            <a:ext cx="895921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/>
              <a:t>Now use token and and see products/booking etc, set notepad copyed token</a:t>
            </a:r>
            <a:endParaRPr lang="en-US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525" y="995680"/>
            <a:ext cx="8164195" cy="54089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686935" y="3297555"/>
            <a:ext cx="28181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 sz="2000" b="1"/>
              <a:t>Make a Login auth</a:t>
            </a:r>
            <a:endParaRPr lang="en-US" altLang="en-US" sz="2000" b="1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337185" y="423545"/>
            <a:ext cx="1016635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Make Login Route:</a:t>
            </a:r>
            <a:endParaRPr lang="en-US"/>
          </a:p>
          <a:p>
            <a:r>
              <a:rPr lang="en-US"/>
              <a:t>Route::post('v1/login',[AuthenticationController::class,'login'])-&gt;name('login');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337185" y="1951355"/>
            <a:ext cx="11075035" cy="4523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 public function login(Request $request){</a:t>
            </a:r>
            <a:endParaRPr lang="en-US"/>
          </a:p>
          <a:p>
            <a:r>
              <a:rPr lang="en-US"/>
              <a:t>        $request-&gt;validate([</a:t>
            </a:r>
            <a:endParaRPr lang="en-US"/>
          </a:p>
          <a:p>
            <a:r>
              <a:rPr lang="en-US"/>
              <a:t>            'email' =&gt; ['required', 'email'],</a:t>
            </a:r>
            <a:endParaRPr lang="en-US"/>
          </a:p>
          <a:p>
            <a:r>
              <a:rPr lang="en-US"/>
              <a:t>            'password' =&gt; ['required']</a:t>
            </a:r>
            <a:endParaRPr lang="en-US"/>
          </a:p>
          <a:p>
            <a:r>
              <a:rPr lang="en-US"/>
              <a:t>        ]);</a:t>
            </a:r>
            <a:endParaRPr lang="en-US"/>
          </a:p>
          <a:p>
            <a:endParaRPr lang="en-US"/>
          </a:p>
          <a:p>
            <a:r>
              <a:rPr lang="en-US"/>
              <a:t>        $user = User::where('email', $request-&gt;email)-&gt;first();</a:t>
            </a:r>
            <a:endParaRPr lang="en-US"/>
          </a:p>
          <a:p>
            <a:endParaRPr lang="en-US"/>
          </a:p>
          <a:p>
            <a:r>
              <a:rPr lang="en-US"/>
              <a:t>        if (! $user || ! Hash::check($request-&gt;password, $user-&gt;password)) {</a:t>
            </a:r>
            <a:endParaRPr lang="en-US"/>
          </a:p>
          <a:p>
            <a:r>
              <a:rPr lang="en-US"/>
              <a:t>            throw ValidationException::withMessages([</a:t>
            </a:r>
            <a:endParaRPr lang="en-US"/>
          </a:p>
          <a:p>
            <a:r>
              <a:rPr lang="en-US"/>
              <a:t>                'email' =&gt; ['The provided credentials are incorrect.'],</a:t>
            </a:r>
            <a:endParaRPr lang="en-US"/>
          </a:p>
          <a:p>
            <a:r>
              <a:rPr lang="en-US"/>
              <a:t>            ]);</a:t>
            </a:r>
            <a:endParaRPr lang="en-US"/>
          </a:p>
          <a:p>
            <a:r>
              <a:rPr lang="en-US"/>
              <a:t>        }</a:t>
            </a:r>
            <a:endParaRPr lang="en-US"/>
          </a:p>
          <a:p>
            <a:endParaRPr lang="en-US"/>
          </a:p>
          <a:p>
            <a:r>
              <a:rPr lang="en-US"/>
              <a:t>        return $user-&gt;createToken('api_token')-&gt;plainTextToken;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337185" y="1409065"/>
            <a:ext cx="110159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use Illuminate\Validation\ValidationException;</a:t>
            </a:r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415" y="1022985"/>
            <a:ext cx="11901805" cy="340677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3778885" y="3229610"/>
            <a:ext cx="214185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 sz="2000" b="1"/>
              <a:t>Revoke Token</a:t>
            </a:r>
            <a:endParaRPr lang="en-US" altLang="en-US" sz="2000" b="1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116205" y="1116330"/>
            <a:ext cx="119595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Route::post('v1/revoke-token',[AuthenticationController::class,'revokeToken']) </a:t>
            </a:r>
            <a:r>
              <a:rPr lang="en-US" altLang="en-US"/>
              <a:t>-</a:t>
            </a:r>
            <a:r>
              <a:rPr lang="en-US"/>
              <a:t>&gt;name('revoke.token');</a:t>
            </a:r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236220" y="1997075"/>
            <a:ext cx="8883015" cy="23069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public function destroy(string $id)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Booking::find($id)-&gt;delete();</a:t>
            </a:r>
            <a:endParaRPr lang="en-US"/>
          </a:p>
          <a:p>
            <a:r>
              <a:rPr lang="en-US"/>
              <a:t>        return response()-&gt;json(</a:t>
            </a:r>
            <a:endParaRPr lang="en-US"/>
          </a:p>
          <a:p>
            <a:r>
              <a:rPr lang="en-US"/>
              <a:t>        [</a:t>
            </a:r>
            <a:endParaRPr lang="en-US"/>
          </a:p>
          <a:p>
            <a:r>
              <a:rPr lang="en-US"/>
              <a:t>            'message' =&gt; 'Booking Delete!'</a:t>
            </a:r>
            <a:endParaRPr lang="en-US"/>
          </a:p>
          <a:p>
            <a:r>
              <a:rPr lang="en-US"/>
              <a:t>        ],201);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168910" y="371475"/>
            <a:ext cx="173164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en-US" altLang="en-US"/>
              <a:t>Token Revoke</a:t>
            </a:r>
            <a:endParaRPr lang="en-US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675" y="854075"/>
            <a:ext cx="11488420" cy="554037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05435" y="465455"/>
            <a:ext cx="613283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/>
              <a:t>Token id check databse personal-access-token table</a:t>
            </a:r>
            <a:endParaRPr lang="en-US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15" y="1304290"/>
            <a:ext cx="11608435" cy="401637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501015" y="533400"/>
            <a:ext cx="11076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en-US"/>
              <a:t>Now Check Bookings get api or post api or delete, threre are not work beause token are revoke</a:t>
            </a:r>
            <a:endParaRPr lang="en-US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5062220" y="807720"/>
            <a:ext cx="2177415" cy="36830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" altLang="en-US"/>
              <a:t>Now Check Again</a:t>
            </a:r>
            <a:endParaRPr lang="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932180" y="2419985"/>
            <a:ext cx="10436860" cy="224536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pPr algn="ctr"/>
            <a:r>
              <a:rPr lang="" altLang="en-US" sz="2800"/>
              <a:t>Login Again and take token use this when you get,post,put or delete booking, you allowed to do this, but if you hit revoke-token api your token are destory and you have</a:t>
            </a:r>
            <a:endParaRPr lang="" altLang="en-US" sz="2800"/>
          </a:p>
          <a:p>
            <a:pPr algn="ctr"/>
            <a:r>
              <a:rPr lang="" altLang="en-US" sz="2800"/>
              <a:t>no access to get,post,put or delete.</a:t>
            </a:r>
            <a:endParaRPr lang="" altLang="en-US" sz="28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5271770" y="3229610"/>
            <a:ext cx="164782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 sz="2000" b="1"/>
              <a:t>User Limit</a:t>
            </a:r>
            <a:endParaRPr lang="" altLang="en-US" sz="2000" b="1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95300" y="5256530"/>
            <a:ext cx="10964545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olidFill>
                  <a:srgbClr val="0070C0"/>
                </a:solidFill>
              </a:rPr>
              <a:t>Route::middleware(['auth:sanctum','</a:t>
            </a:r>
            <a:r>
              <a:rPr lang="en-US">
                <a:solidFill>
                  <a:srgbClr val="FFC000"/>
                </a:solidFill>
              </a:rPr>
              <a:t>throttle</a:t>
            </a:r>
            <a:r>
              <a:rPr lang="en-US">
                <a:solidFill>
                  <a:srgbClr val="0070C0"/>
                </a:solidFill>
              </a:rPr>
              <a:t>'])-&gt;group(function(){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    Route::resource('/v1/bookings',BookingController::class);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});</a:t>
            </a:r>
            <a:endParaRPr lang="en-US">
              <a:solidFill>
                <a:srgbClr val="0070C0"/>
              </a:solidFill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61645" y="306070"/>
            <a:ext cx="9678670" cy="224536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 sz="1400"/>
              <a:t>1. Route::</a:t>
            </a:r>
            <a:r>
              <a:rPr lang="en-US" sz="1400">
                <a:solidFill>
                  <a:srgbClr val="FF0000"/>
                </a:solidFill>
              </a:rPr>
              <a:t>middleware</a:t>
            </a:r>
            <a:r>
              <a:rPr lang="en-US" sz="1400"/>
              <a:t>([...])</a:t>
            </a:r>
            <a:endParaRPr lang="en-US" sz="1400"/>
          </a:p>
          <a:p>
            <a:endParaRPr lang="en-US" sz="1400"/>
          </a:p>
          <a:p>
            <a:r>
              <a:rPr lang="en-US" sz="1400"/>
              <a:t>This means all routes inside this group will use these middlewares.</a:t>
            </a:r>
            <a:endParaRPr lang="en-US" sz="1400"/>
          </a:p>
          <a:p>
            <a:endParaRPr lang="en-US" sz="1400"/>
          </a:p>
          <a:p>
            <a:r>
              <a:rPr lang="en-US" sz="1400"/>
              <a:t>auth:sanctum</a:t>
            </a:r>
            <a:endParaRPr lang="en-US" sz="1400"/>
          </a:p>
          <a:p>
            <a:r>
              <a:rPr lang="en-US" sz="1400"/>
              <a:t>This middleware checks user authentication using Laravel Sanctum</a:t>
            </a:r>
            <a:endParaRPr lang="en-US" sz="1400"/>
          </a:p>
          <a:p>
            <a:r>
              <a:rPr lang="en-US" sz="1400"/>
              <a:t>Only logged-in (authenticated) users can access these routes</a:t>
            </a:r>
            <a:endParaRPr lang="en-US" sz="1400"/>
          </a:p>
          <a:p>
            <a:r>
              <a:rPr lang="en-US" sz="1400"/>
              <a:t>If not logged in → ❌ access denied (401 Unauthorized)</a:t>
            </a:r>
            <a:endParaRPr lang="en-US" sz="1400"/>
          </a:p>
          <a:p>
            <a:endParaRPr lang="en-US" sz="1400"/>
          </a:p>
          <a:p>
            <a:r>
              <a:rPr lang="en-US" sz="1400"/>
              <a:t> Used for API authentication (token-based)</a:t>
            </a:r>
            <a:endParaRPr lang="en-US" sz="1400"/>
          </a:p>
        </p:txBody>
      </p:sp>
      <p:sp>
        <p:nvSpPr>
          <p:cNvPr id="4" name="Text Box 3"/>
          <p:cNvSpPr txBox="1"/>
          <p:nvPr/>
        </p:nvSpPr>
        <p:spPr>
          <a:xfrm>
            <a:off x="495300" y="2734945"/>
            <a:ext cx="10554970" cy="224536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 sz="1400">
                <a:solidFill>
                  <a:srgbClr val="FF0000"/>
                </a:solidFill>
              </a:rPr>
              <a:t>throttle</a:t>
            </a:r>
            <a:endParaRPr lang="en-US" sz="1400">
              <a:solidFill>
                <a:srgbClr val="FF0000"/>
              </a:solidFill>
            </a:endParaRPr>
          </a:p>
          <a:p>
            <a:endParaRPr lang="en-US" sz="1400"/>
          </a:p>
          <a:p>
            <a:r>
              <a:rPr lang="en-US" sz="1400"/>
              <a:t>This middleware limits how many requests a user can make</a:t>
            </a:r>
            <a:endParaRPr lang="en-US" sz="1400"/>
          </a:p>
          <a:p>
            <a:r>
              <a:rPr lang="en-US" sz="1400"/>
              <a:t>Prevents spam or abuse</a:t>
            </a:r>
            <a:endParaRPr lang="en-US" sz="1400"/>
          </a:p>
          <a:p>
            <a:endParaRPr lang="en-US" sz="1400"/>
          </a:p>
          <a:p>
            <a:r>
              <a:rPr lang="en-US" sz="1400"/>
              <a:t>Example:</a:t>
            </a:r>
            <a:endParaRPr lang="en-US" sz="1400"/>
          </a:p>
          <a:p>
            <a:endParaRPr lang="en-US" sz="1400"/>
          </a:p>
          <a:p>
            <a:r>
              <a:rPr lang="en-US" sz="1400"/>
              <a:t>Default: ~</a:t>
            </a:r>
            <a:r>
              <a:rPr lang="en-US" sz="1400">
                <a:solidFill>
                  <a:srgbClr val="FFC000"/>
                </a:solidFill>
              </a:rPr>
              <a:t>60 requests per minute</a:t>
            </a:r>
            <a:r>
              <a:rPr lang="en-US" sz="1400"/>
              <a:t> (depends on config)</a:t>
            </a:r>
            <a:endParaRPr lang="en-US" sz="1400"/>
          </a:p>
          <a:p>
            <a:endParaRPr lang="en-US" sz="1400"/>
          </a:p>
          <a:p>
            <a:r>
              <a:rPr lang="en-US" sz="1400"/>
              <a:t>If limit exceeded → ❌ 429 Too Many Requests</a:t>
            </a:r>
            <a:endParaRPr lang="en-US" sz="14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860" y="1077595"/>
            <a:ext cx="11638280" cy="540766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276860" y="184785"/>
            <a:ext cx="8966200" cy="9531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400"/>
              <a:t>Route::middleware(['auth:sanctum','</a:t>
            </a:r>
            <a:r>
              <a:rPr lang="en-US" sz="1400">
                <a:solidFill>
                  <a:srgbClr val="FF0000"/>
                </a:solidFill>
              </a:rPr>
              <a:t>throttle:3</a:t>
            </a:r>
            <a:r>
              <a:rPr lang="" altLang="en-US" sz="1400">
                <a:solidFill>
                  <a:srgbClr val="FF0000"/>
                </a:solidFill>
              </a:rPr>
              <a:t>,2</a:t>
            </a:r>
            <a:r>
              <a:rPr lang="en-US" sz="1400"/>
              <a:t>'])-&gt;group(function(){</a:t>
            </a:r>
            <a:endParaRPr lang="en-US" sz="1400"/>
          </a:p>
          <a:p>
            <a:r>
              <a:rPr lang="en-US" sz="1400"/>
              <a:t>    Route::resource('/v1/bookings',BookingController::class);</a:t>
            </a:r>
            <a:endParaRPr lang="en-US" sz="1400"/>
          </a:p>
          <a:p>
            <a:r>
              <a:rPr lang="en-US" sz="1400"/>
              <a:t>});</a:t>
            </a:r>
            <a:endParaRPr lang="en-US" sz="1400"/>
          </a:p>
          <a:p>
            <a:r>
              <a:rPr lang="" altLang="en-US" sz="1400"/>
              <a:t>3 req for 2 minutes</a:t>
            </a:r>
            <a:endParaRPr lang="" altLang="en-US" sz="14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531995" y="3229610"/>
            <a:ext cx="312801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 sz="2000" b="1"/>
              <a:t>Role Base/ Multiuser</a:t>
            </a:r>
            <a:endParaRPr lang="" altLang="en-US" sz="2000" b="1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342900" y="198120"/>
            <a:ext cx="293497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/>
              <a:t>Go App service provider</a:t>
            </a:r>
            <a:endParaRPr lang="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342900" y="658495"/>
            <a:ext cx="84531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use Illuminate\Support\Facades\RateLimiter;</a:t>
            </a:r>
            <a:endParaRPr lang="en-US"/>
          </a:p>
          <a:p>
            <a:r>
              <a:rPr lang="en-US"/>
              <a:t>use Illuminate\Cache\RateLimiting\Limit;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519430" y="1807845"/>
            <a:ext cx="10833100" cy="39693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/>
              <a:t> public function boot(): void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RateLimiter::for('custom-booking-limit',function($request){</a:t>
            </a:r>
            <a:endParaRPr lang="en-US"/>
          </a:p>
          <a:p>
            <a:r>
              <a:rPr lang="en-US"/>
              <a:t>            $user = $request-&gt;user();</a:t>
            </a:r>
            <a:endParaRPr lang="en-US"/>
          </a:p>
          <a:p>
            <a:r>
              <a:rPr lang="en-US"/>
              <a:t>            if($user &amp;&amp; $user-&gt;role === 'admin'){</a:t>
            </a:r>
            <a:endParaRPr lang="en-US"/>
          </a:p>
          <a:p>
            <a:r>
              <a:rPr lang="en-US"/>
              <a:t>                //admins get more capacity</a:t>
            </a:r>
            <a:endParaRPr lang="en-US"/>
          </a:p>
          <a:p>
            <a:r>
              <a:rPr lang="en-US"/>
              <a:t>                return Limit::perMinute(120)-&gt;by($user-&gt;id);</a:t>
            </a:r>
            <a:endParaRPr lang="en-US"/>
          </a:p>
          <a:p>
            <a:r>
              <a:rPr lang="en-US"/>
              <a:t>            }</a:t>
            </a:r>
            <a:endParaRPr lang="en-US"/>
          </a:p>
          <a:p>
            <a:r>
              <a:rPr lang="en-US"/>
              <a:t>            // RateLimiter::increment('custom-booking-limit:'.$user-&gt;id);</a:t>
            </a:r>
            <a:endParaRPr lang="en-US"/>
          </a:p>
          <a:p>
            <a:r>
              <a:rPr lang="en-US"/>
              <a:t>            //guests or normal users get fewer requests</a:t>
            </a:r>
            <a:endParaRPr lang="en-US"/>
          </a:p>
          <a:p>
            <a:endParaRPr lang="en-US"/>
          </a:p>
          <a:p>
            <a:r>
              <a:rPr lang="en-US"/>
              <a:t>            return Limit::perMinute(</a:t>
            </a:r>
            <a:r>
              <a:rPr lang="" altLang="en-US"/>
              <a:t>5</a:t>
            </a:r>
            <a:r>
              <a:rPr lang="en-US"/>
              <a:t>)-&gt;by(optional($user)-&gt;id ?: $request-&gt;ip());</a:t>
            </a:r>
            <a:endParaRPr lang="en-US"/>
          </a:p>
          <a:p>
            <a:r>
              <a:rPr lang="en-US"/>
              <a:t>        });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770" y="3001645"/>
            <a:ext cx="11137265" cy="77914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65430" y="689610"/>
            <a:ext cx="11849100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" altLang="en-US"/>
              <a:t>Api.php</a:t>
            </a:r>
            <a:endParaRPr lang="en-US"/>
          </a:p>
          <a:p>
            <a:r>
              <a:rPr lang="en-US"/>
              <a:t>Route::middleware(['auth:sanctum', 'throttle:custom-booking-limit'])-&gt;group(function(){</a:t>
            </a:r>
            <a:endParaRPr lang="en-US"/>
          </a:p>
          <a:p>
            <a:r>
              <a:rPr lang="en-US"/>
              <a:t>    Route::resource('/v1/bookings',BookingController::class);</a:t>
            </a:r>
            <a:endParaRPr lang="en-US"/>
          </a:p>
          <a:p>
            <a:r>
              <a:rPr lang="en-US"/>
              <a:t>});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265430" y="189865"/>
            <a:ext cx="613854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" altLang="en-US"/>
              <a:t>Add custom limit for roles in route throttle</a:t>
            </a:r>
            <a:endParaRPr lang="" altLang="en-US"/>
          </a:p>
        </p:txBody>
      </p:sp>
      <p:sp>
        <p:nvSpPr>
          <p:cNvPr id="7" name="Text Box 6"/>
          <p:cNvSpPr txBox="1"/>
          <p:nvPr/>
        </p:nvSpPr>
        <p:spPr>
          <a:xfrm>
            <a:off x="375920" y="2306320"/>
            <a:ext cx="6138545" cy="3683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altLang="en-US"/>
              <a:t>Add </a:t>
            </a:r>
            <a:r>
              <a:rPr lang="" altLang="en-US"/>
              <a:t>a column user table name 'role'</a:t>
            </a:r>
            <a:endParaRPr lang="" altLang="en-US"/>
          </a:p>
        </p:txBody>
      </p:sp>
      <p:sp>
        <p:nvSpPr>
          <p:cNvPr id="9" name="Rectangle 8"/>
          <p:cNvSpPr/>
          <p:nvPr/>
        </p:nvSpPr>
        <p:spPr>
          <a:xfrm>
            <a:off x="8580120" y="3308985"/>
            <a:ext cx="393065" cy="16383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Text Box 9"/>
          <p:cNvSpPr txBox="1"/>
          <p:nvPr/>
        </p:nvSpPr>
        <p:spPr>
          <a:xfrm>
            <a:off x="307340" y="4130040"/>
            <a:ext cx="66421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 php artisan cache:clear</a:t>
            </a:r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420" y="803910"/>
            <a:ext cx="11567160" cy="461137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312420" y="312420"/>
            <a:ext cx="73558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/>
              <a:t>Hit Max 5 Request and 6 number request have many attempts</a:t>
            </a:r>
            <a:endParaRPr lang="" altLang="en-US"/>
          </a:p>
        </p:txBody>
      </p:sp>
      <p:sp>
        <p:nvSpPr>
          <p:cNvPr id="4" name="Text Box 3"/>
          <p:cNvSpPr txBox="1"/>
          <p:nvPr/>
        </p:nvSpPr>
        <p:spPr>
          <a:xfrm>
            <a:off x="464185" y="5818505"/>
            <a:ext cx="728154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/>
              <a:t>now you can change role admin and check how many request</a:t>
            </a:r>
            <a:endParaRPr lang="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699770" y="1096645"/>
            <a:ext cx="10433050" cy="56311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public function boot(): void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RateLimiter::for('custom-booking-limit',function($request){</a:t>
            </a:r>
            <a:endParaRPr lang="en-US"/>
          </a:p>
          <a:p>
            <a:r>
              <a:rPr lang="en-US"/>
              <a:t>            $user = $request-&gt;user();</a:t>
            </a:r>
            <a:endParaRPr lang="en-US"/>
          </a:p>
          <a:p>
            <a:endParaRPr lang="en-US"/>
          </a:p>
          <a:p>
            <a:r>
              <a:rPr lang="en-US"/>
              <a:t>            </a:t>
            </a:r>
            <a:r>
              <a:rPr lang="en-US">
                <a:solidFill>
                  <a:srgbClr val="002060"/>
                </a:solidFill>
              </a:rPr>
              <a:t>if($user &amp;&amp; $user-&gt;role === 'super admin'){</a:t>
            </a:r>
            <a:endParaRPr lang="en-US">
              <a:solidFill>
                <a:srgbClr val="002060"/>
              </a:solidFill>
            </a:endParaRPr>
          </a:p>
          <a:p>
            <a:r>
              <a:rPr lang="en-US">
                <a:solidFill>
                  <a:srgbClr val="002060"/>
                </a:solidFill>
              </a:rPr>
              <a:t>                //admins get more capacity</a:t>
            </a:r>
            <a:endParaRPr lang="en-US">
              <a:solidFill>
                <a:srgbClr val="002060"/>
              </a:solidFill>
            </a:endParaRPr>
          </a:p>
          <a:p>
            <a:r>
              <a:rPr lang="en-US">
                <a:solidFill>
                  <a:srgbClr val="002060"/>
                </a:solidFill>
              </a:rPr>
              <a:t>                return Limit::none();</a:t>
            </a:r>
            <a:endParaRPr lang="en-US">
              <a:solidFill>
                <a:srgbClr val="002060"/>
              </a:solidFill>
            </a:endParaRPr>
          </a:p>
          <a:p>
            <a:r>
              <a:rPr lang="en-US">
                <a:solidFill>
                  <a:srgbClr val="002060"/>
                </a:solidFill>
              </a:rPr>
              <a:t>            }</a:t>
            </a:r>
            <a:endParaRPr lang="en-US">
              <a:solidFill>
                <a:srgbClr val="002060"/>
              </a:solidFill>
            </a:endParaRPr>
          </a:p>
          <a:p>
            <a:endParaRPr lang="en-US">
              <a:solidFill>
                <a:srgbClr val="002060"/>
              </a:solidFill>
            </a:endParaRPr>
          </a:p>
          <a:p>
            <a:r>
              <a:rPr lang="en-US"/>
              <a:t>            if($user &amp;&amp; $user-&gt;role === 'admin'){</a:t>
            </a:r>
            <a:endParaRPr lang="en-US"/>
          </a:p>
          <a:p>
            <a:r>
              <a:rPr lang="en-US"/>
              <a:t>                //admins get more capacity</a:t>
            </a:r>
            <a:endParaRPr lang="en-US"/>
          </a:p>
          <a:p>
            <a:r>
              <a:rPr lang="en-US"/>
              <a:t>                return Limit::perMinute(10)-&gt;by($user-&gt;id);</a:t>
            </a:r>
            <a:endParaRPr lang="en-US"/>
          </a:p>
          <a:p>
            <a:r>
              <a:rPr lang="en-US"/>
              <a:t>            }</a:t>
            </a:r>
            <a:endParaRPr lang="en-US"/>
          </a:p>
          <a:p>
            <a:r>
              <a:rPr lang="en-US"/>
              <a:t>            // RateLimiter::increment('custom-booking-limit:'.$user-&gt;id);</a:t>
            </a:r>
            <a:endParaRPr lang="en-US"/>
          </a:p>
          <a:p>
            <a:r>
              <a:rPr lang="en-US"/>
              <a:t>            //guests or normal users get fewer requests</a:t>
            </a:r>
            <a:endParaRPr lang="en-US"/>
          </a:p>
          <a:p>
            <a:endParaRPr lang="en-US"/>
          </a:p>
          <a:p>
            <a:r>
              <a:rPr lang="en-US"/>
              <a:t>            return Limit::perMinute(5)-&gt;by(optional($user)-&gt;id ?: $request-&gt;ip());</a:t>
            </a:r>
            <a:endParaRPr lang="en-US"/>
          </a:p>
          <a:p>
            <a:r>
              <a:rPr lang="en-US"/>
              <a:t>        });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777240" y="624205"/>
            <a:ext cx="4619625" cy="3683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p>
            <a:r>
              <a:rPr lang="" altLang="en-US"/>
              <a:t>add super user admin and set no limit </a:t>
            </a:r>
            <a:endParaRPr lang="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531995" y="3229610"/>
            <a:ext cx="419798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en-US" sz="2000" b="1"/>
              <a:t>API Authorization in Laravel</a:t>
            </a:r>
            <a:endParaRPr lang="en-US" altLang="en-US" sz="2000" b="1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08940" y="346075"/>
            <a:ext cx="981138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/>
              <a:t>when limited method use get but when it curd functional need policy</a:t>
            </a:r>
            <a:endParaRPr lang="" altLang="en-US"/>
          </a:p>
          <a:p>
            <a:endParaRPr lang="" altLang="en-US"/>
          </a:p>
          <a:p>
            <a:r>
              <a:rPr lang="" altLang="en-US"/>
              <a:t>---------------------------------------------------------------------------------------------------------</a:t>
            </a:r>
            <a:endParaRPr lang="" altLang="en-US"/>
          </a:p>
          <a:p>
            <a:endParaRPr lang="" altLang="en-US"/>
          </a:p>
          <a:p>
            <a:r>
              <a:rPr lang="" altLang="en-US"/>
              <a:t>not use:</a:t>
            </a:r>
            <a:endParaRPr lang="" altLang="en-US"/>
          </a:p>
          <a:p>
            <a:r>
              <a:rPr lang="" altLang="en-US"/>
              <a:t>-&gt;php artisan make:policy BookingPolicy(have only class no method found)</a:t>
            </a:r>
            <a:endParaRPr lang="" altLang="en-US"/>
          </a:p>
          <a:p>
            <a:endParaRPr lang="" altLang="en-US"/>
          </a:p>
          <a:p>
            <a:r>
              <a:rPr lang="" altLang="en-US"/>
              <a:t>use this:</a:t>
            </a:r>
            <a:endParaRPr lang="" altLang="en-US"/>
          </a:p>
          <a:p>
            <a:r>
              <a:rPr lang="" altLang="en-US"/>
              <a:t>-&gt;php artisan make:policy BookingPolicy --model=Booking (have all method)</a:t>
            </a:r>
            <a:endParaRPr lang="" altLang="en-US"/>
          </a:p>
          <a:p>
            <a:endParaRPr lang="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408940" y="3397885"/>
            <a:ext cx="2719070" cy="3683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p>
            <a:r>
              <a:rPr lang="" altLang="en-US"/>
              <a:t>Now Register Policy</a:t>
            </a:r>
            <a:endParaRPr lang="" altLang="en-US"/>
          </a:p>
        </p:txBody>
      </p:sp>
      <p:sp>
        <p:nvSpPr>
          <p:cNvPr id="4" name="Text Box 3"/>
          <p:cNvSpPr txBox="1"/>
          <p:nvPr/>
        </p:nvSpPr>
        <p:spPr>
          <a:xfrm>
            <a:off x="408940" y="3957320"/>
            <a:ext cx="11378565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>
                <a:ln/>
                <a:solidFill>
                  <a:schemeClr val="accent4"/>
                </a:solidFill>
              </a:rPr>
              <a:t>Register Have Two Type one </a:t>
            </a:r>
            <a:r>
              <a:rPr lang="" altLang="en-US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 service provider</a:t>
            </a:r>
            <a:r>
              <a:rPr lang="" altLang="en-US">
                <a:ln/>
                <a:solidFill>
                  <a:schemeClr val="accent4"/>
                </a:solidFill>
              </a:rPr>
              <a:t> and another one use </a:t>
            </a:r>
            <a:r>
              <a:rPr lang="" altLang="en-US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model file but now laravel </a:t>
            </a:r>
            <a:endParaRPr lang="" altLang="en-US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" altLang="en-US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version 12,13 have some changes so need some configur and use controller</a:t>
            </a:r>
            <a:endParaRPr lang="" altLang="en-US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Box 4"/>
          <p:cNvSpPr txBox="1"/>
          <p:nvPr/>
        </p:nvSpPr>
        <p:spPr>
          <a:xfrm>
            <a:off x="167005" y="167005"/>
            <a:ext cx="2540000" cy="3683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p>
            <a:r>
              <a:rPr lang="en-US"/>
              <a:t>BookingPolicy</a:t>
            </a:r>
            <a:r>
              <a:rPr lang="" altLang="en-US"/>
              <a:t>.php</a:t>
            </a:r>
            <a:endParaRPr lang="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167005" y="707390"/>
            <a:ext cx="9596120" cy="14763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" altLang="en-US"/>
              <a:t>//booking only show user</a:t>
            </a:r>
            <a:endParaRPr lang="en-US"/>
          </a:p>
          <a:p>
            <a:r>
              <a:rPr lang="en-US"/>
              <a:t>public function viewAny(User $user): bool</a:t>
            </a:r>
            <a:endParaRPr lang="en-US"/>
          </a:p>
          <a:p>
            <a:r>
              <a:rPr lang="en-US"/>
              <a:t> {</a:t>
            </a:r>
            <a:endParaRPr lang="en-US"/>
          </a:p>
          <a:p>
            <a:r>
              <a:rPr lang="en-US"/>
              <a:t>        return true;</a:t>
            </a:r>
            <a:endParaRPr lang="en-US"/>
          </a:p>
          <a:p>
            <a:r>
              <a:rPr lang="en-US"/>
              <a:t> }</a:t>
            </a:r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167005" y="2399030"/>
            <a:ext cx="9596120" cy="14763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" altLang="en-US"/>
              <a:t>//booking only create admin</a:t>
            </a:r>
            <a:endParaRPr lang="en-US"/>
          </a:p>
          <a:p>
            <a:r>
              <a:rPr lang="en-US"/>
              <a:t>public function create(User $user): bool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return $user-&gt;role == 'admin';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167005" y="4839335"/>
            <a:ext cx="9596120" cy="14763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" altLang="en-US"/>
              <a:t>// add this in top booking controller class</a:t>
            </a:r>
            <a:r>
              <a:rPr lang="en-US" altLang="en-US"/>
              <a:t> </a:t>
            </a:r>
            <a:endParaRPr lang="en-US" altLang="en-US"/>
          </a:p>
          <a:p>
            <a:r>
              <a:rPr lang="en-US" altLang="en-US"/>
              <a:t>public function __construct()</a:t>
            </a:r>
            <a:endParaRPr lang="en-US" altLang="en-US"/>
          </a:p>
          <a:p>
            <a:r>
              <a:rPr lang="en-US" altLang="en-US"/>
              <a:t>    {</a:t>
            </a:r>
            <a:endParaRPr lang="en-US" altLang="en-US"/>
          </a:p>
          <a:p>
            <a:r>
              <a:rPr lang="en-US" altLang="en-US"/>
              <a:t>        $this-&gt;authorizeResource(Booking::class);</a:t>
            </a:r>
            <a:endParaRPr lang="en-US" altLang="en-US"/>
          </a:p>
          <a:p>
            <a:r>
              <a:rPr lang="en-US" altLang="en-US"/>
              <a:t>    }</a:t>
            </a:r>
            <a:endParaRPr lang="en-US" altLang="en-US"/>
          </a:p>
        </p:txBody>
      </p:sp>
      <p:sp>
        <p:nvSpPr>
          <p:cNvPr id="9" name="Text Box 8"/>
          <p:cNvSpPr txBox="1"/>
          <p:nvPr/>
        </p:nvSpPr>
        <p:spPr>
          <a:xfrm>
            <a:off x="167005" y="4307205"/>
            <a:ext cx="4001770" cy="3683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p>
            <a:r>
              <a:rPr lang="en-US"/>
              <a:t>BookingController</a:t>
            </a:r>
            <a:r>
              <a:rPr lang="en-US" altLang="en-US"/>
              <a:t>.php</a:t>
            </a:r>
            <a:endParaRPr lang="en-US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Box 4"/>
          <p:cNvSpPr txBox="1"/>
          <p:nvPr/>
        </p:nvSpPr>
        <p:spPr>
          <a:xfrm>
            <a:off x="365125" y="266065"/>
            <a:ext cx="2540000" cy="3683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p>
            <a:r>
              <a:rPr lang="" altLang="en-US"/>
              <a:t>Controller</a:t>
            </a:r>
            <a:r>
              <a:rPr lang="en-US" altLang="en-US"/>
              <a:t>.php</a:t>
            </a:r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365125" y="806450"/>
            <a:ext cx="9596120" cy="28613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 altLang="en-US"/>
              <a:t>//</a:t>
            </a:r>
            <a:r>
              <a:rPr lang="" altLang="en-US"/>
              <a:t>and some functionality larvel version 12 have more change so red color text or parameter need add</a:t>
            </a:r>
            <a:endParaRPr lang="en-US" altLang="en-US"/>
          </a:p>
          <a:p>
            <a:endParaRPr lang="en-US"/>
          </a:p>
          <a:p>
            <a:r>
              <a:rPr lang="en-US">
                <a:solidFill>
                  <a:srgbClr val="FF0000"/>
                </a:solidFill>
              </a:rPr>
              <a:t>use Illuminate\Routing\Controller as BaseController;</a:t>
            </a:r>
            <a:endParaRPr lang="en-US">
              <a:solidFill>
                <a:srgbClr val="FF0000"/>
              </a:solidFill>
            </a:endParaRPr>
          </a:p>
          <a:p>
            <a:r>
              <a:rPr lang="en-US">
                <a:solidFill>
                  <a:srgbClr val="FF0000"/>
                </a:solidFill>
              </a:rPr>
              <a:t>use Illuminate\Foundation\Auth\Access\AuthorizesRequests;</a:t>
            </a:r>
            <a:endParaRPr lang="en-US"/>
          </a:p>
          <a:p>
            <a:endParaRPr lang="en-US"/>
          </a:p>
          <a:p>
            <a:r>
              <a:rPr lang="en-US"/>
              <a:t>abstract class Controller extends </a:t>
            </a:r>
            <a:r>
              <a:rPr lang="en-US">
                <a:solidFill>
                  <a:srgbClr val="FF0000"/>
                </a:solidFill>
              </a:rPr>
              <a:t>BaseController</a:t>
            </a:r>
            <a:endParaRPr lang="en-US"/>
          </a:p>
          <a:p>
            <a:r>
              <a:rPr lang="en-US"/>
              <a:t>{</a:t>
            </a:r>
            <a:endParaRPr lang="en-US"/>
          </a:p>
          <a:p>
            <a:r>
              <a:rPr lang="en-US"/>
              <a:t>    </a:t>
            </a:r>
            <a:r>
              <a:rPr lang="en-US">
                <a:solidFill>
                  <a:srgbClr val="FF0000"/>
                </a:solidFill>
              </a:rPr>
              <a:t>use AuthorizesRequests;</a:t>
            </a:r>
            <a:endParaRPr lang="en-US"/>
          </a:p>
          <a:p>
            <a:r>
              <a:rPr lang="en-US"/>
              <a:t>}</a:t>
            </a:r>
            <a:endParaRPr lang="en-US"/>
          </a:p>
        </p:txBody>
      </p:sp>
      <p:sp>
        <p:nvSpPr>
          <p:cNvPr id="2" name="Text Box 1"/>
          <p:cNvSpPr txBox="1"/>
          <p:nvPr/>
        </p:nvSpPr>
        <p:spPr>
          <a:xfrm>
            <a:off x="517525" y="4733290"/>
            <a:ext cx="1049718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/>
              <a:t>We Go Database and make it user and check booking create or post create  use postman!</a:t>
            </a:r>
            <a:endParaRPr lang="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338455" y="313055"/>
            <a:ext cx="839406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/>
              <a:t>Finally it work user can't create or post any booking use only show data</a:t>
            </a:r>
            <a:endParaRPr lang="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065" y="681355"/>
            <a:ext cx="11405235" cy="605282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338455" y="313055"/>
            <a:ext cx="254063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/>
              <a:t>User only show Data</a:t>
            </a:r>
            <a:endParaRPr lang="" alt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455" y="814070"/>
            <a:ext cx="11583035" cy="57346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305435" y="380365"/>
            <a:ext cx="1071181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" altLang="en-US"/>
              <a:t>Go DataBase and change user role user to admin and now can make post or create booking</a:t>
            </a:r>
            <a:endParaRPr lang="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65" y="1068705"/>
            <a:ext cx="11888470" cy="560451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305435" y="380365"/>
            <a:ext cx="7513955" cy="3683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p>
            <a:r>
              <a:rPr lang="" altLang="en-US"/>
              <a:t>Have a issue Midewaller problem so add triat ValidatesRequests</a:t>
            </a:r>
            <a:endParaRPr lang="" altLang="en-US"/>
          </a:p>
        </p:txBody>
      </p:sp>
      <p:sp>
        <p:nvSpPr>
          <p:cNvPr id="2" name="Text Box 1"/>
          <p:cNvSpPr txBox="1"/>
          <p:nvPr/>
        </p:nvSpPr>
        <p:spPr>
          <a:xfrm>
            <a:off x="305435" y="1095375"/>
            <a:ext cx="11313795" cy="230695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en-US"/>
              <a:t>use Illuminate\Routing\Controller as BaseController;</a:t>
            </a:r>
            <a:endParaRPr lang="en-US"/>
          </a:p>
          <a:p>
            <a:r>
              <a:rPr lang="en-US"/>
              <a:t>use Illuminate\Foundation\Auth\Access\AuthorizesRequests;</a:t>
            </a:r>
            <a:endParaRPr lang="en-US"/>
          </a:p>
          <a:p>
            <a:r>
              <a:rPr lang="en-US">
                <a:solidFill>
                  <a:srgbClr val="FF0000"/>
                </a:solidFill>
              </a:rPr>
              <a:t>use Illuminate\Foundation\Validation\ValidatesRequests;</a:t>
            </a:r>
            <a:endParaRPr lang="en-US"/>
          </a:p>
          <a:p>
            <a:endParaRPr lang="en-US"/>
          </a:p>
          <a:p>
            <a:r>
              <a:rPr lang="en-US"/>
              <a:t>abstract class Controller extends BaseController</a:t>
            </a:r>
            <a:endParaRPr lang="en-US"/>
          </a:p>
          <a:p>
            <a:r>
              <a:rPr lang="en-US"/>
              <a:t>{</a:t>
            </a:r>
            <a:endParaRPr lang="en-US"/>
          </a:p>
          <a:p>
            <a:r>
              <a:rPr lang="en-US"/>
              <a:t>    use AuthorizesRequests, </a:t>
            </a:r>
            <a:r>
              <a:rPr lang="en-US">
                <a:solidFill>
                  <a:srgbClr val="FF0000"/>
                </a:solidFill>
              </a:rPr>
              <a:t>ValidatesRequests</a:t>
            </a:r>
            <a:r>
              <a:rPr lang="en-US"/>
              <a:t>;</a:t>
            </a:r>
            <a:endParaRPr lang="en-US"/>
          </a:p>
          <a:p>
            <a:r>
              <a:rPr lang="en-US"/>
              <a:t>}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305435" y="4411980"/>
            <a:ext cx="10496550" cy="20300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p>
            <a:r>
              <a:rPr lang="" altLang="en-US"/>
              <a:t># add update capabiliy for admin</a:t>
            </a:r>
            <a:endParaRPr lang="en-US"/>
          </a:p>
          <a:p>
            <a:r>
              <a:rPr lang="en-US"/>
              <a:t>public function update(User $user, Booking $booking): Response</a:t>
            </a:r>
            <a:endParaRPr lang="en-US"/>
          </a:p>
          <a:p>
            <a:r>
              <a:rPr lang="en-US"/>
              <a:t>    {</a:t>
            </a:r>
            <a:endParaRPr lang="en-US"/>
          </a:p>
          <a:p>
            <a:r>
              <a:rPr lang="en-US"/>
              <a:t>        return $user-&gt;role == 'admin' || $user-&gt;id === $booking-&gt;user_id</a:t>
            </a:r>
            <a:endParaRPr lang="en-US"/>
          </a:p>
          <a:p>
            <a:r>
              <a:rPr lang="en-US"/>
              <a:t>        ? Response::allow()</a:t>
            </a:r>
            <a:endParaRPr lang="en-US"/>
          </a:p>
          <a:p>
            <a:r>
              <a:rPr lang="en-US"/>
              <a:t>        :Response::deny('You do not have permission to update this booking');</a:t>
            </a:r>
            <a:endParaRPr lang="en-US"/>
          </a:p>
          <a:p>
            <a:r>
              <a:rPr lang="en-US"/>
              <a:t>    }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305435" y="3871595"/>
            <a:ext cx="2540000" cy="3683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p>
            <a:r>
              <a:rPr lang="" altLang="en-US"/>
              <a:t>BookingPolicy</a:t>
            </a:r>
            <a:r>
              <a:rPr lang="en-US" altLang="en-US"/>
              <a:t>.php</a:t>
            </a:r>
            <a:endParaRPr lang="en-US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306070" y="1104900"/>
            <a:ext cx="10612755" cy="175323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p>
            <a:r>
              <a:rPr lang="" altLang="en-US"/>
              <a:t>//super admin can do anything</a:t>
            </a:r>
            <a:endParaRPr lang="en-US"/>
          </a:p>
          <a:p>
            <a:r>
              <a:rPr lang="en-US"/>
              <a:t>public function before(User $user, $ability){</a:t>
            </a:r>
            <a:endParaRPr lang="en-US"/>
          </a:p>
          <a:p>
            <a:r>
              <a:rPr lang="en-US"/>
              <a:t>        if($user-&gt;role === 'super admin'){</a:t>
            </a:r>
            <a:endParaRPr lang="en-US"/>
          </a:p>
          <a:p>
            <a:r>
              <a:rPr lang="en-US"/>
              <a:t>            return true;</a:t>
            </a:r>
            <a:endParaRPr lang="en-US"/>
          </a:p>
          <a:p>
            <a:r>
              <a:rPr lang="en-US"/>
              <a:t>        }</a:t>
            </a:r>
            <a:endParaRPr lang="en-US"/>
          </a:p>
          <a:p>
            <a:r>
              <a:rPr lang="en-US"/>
              <a:t>}</a:t>
            </a:r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306070" y="350520"/>
            <a:ext cx="5380990" cy="64516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p>
            <a:r>
              <a:rPr lang="en-US" altLang="en-US"/>
              <a:t>BookingPolicy.php </a:t>
            </a:r>
            <a:r>
              <a:rPr lang="" altLang="en-US"/>
              <a:t>(add new supper admin policy or method use laravel before method)</a:t>
            </a:r>
            <a:endParaRPr lang="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070" y="3248025"/>
            <a:ext cx="11466830" cy="10001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0" y="4135755"/>
            <a:ext cx="6363970" cy="266890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3506470" y="3075305"/>
            <a:ext cx="5179060" cy="70675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" altLang="en-US" sz="2000" b="1"/>
              <a:t>Laravel Documentation</a:t>
            </a:r>
            <a:endParaRPr lang="en-US" altLang="en-US" sz="2000" b="1"/>
          </a:p>
          <a:p>
            <a:pPr algn="ctr"/>
            <a:r>
              <a:rPr lang="en-US" altLang="en-US" sz="2000" b="1"/>
              <a:t>https://scribe.knuckles.wtf/laravel/</a:t>
            </a:r>
            <a:endParaRPr lang="en-US" altLang="en-US" sz="2000" b="1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240665" y="175895"/>
            <a:ext cx="747712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" altLang="en-US"/>
              <a:t>-&gt; </a:t>
            </a:r>
            <a:r>
              <a:rPr lang="en-US"/>
              <a:t>composer require knuckleswtf/scribe --dev</a:t>
            </a:r>
            <a:endParaRPr lang="en-US"/>
          </a:p>
          <a:p>
            <a:r>
              <a:rPr lang="" altLang="en-US"/>
              <a:t>check other commad in scribe webise</a:t>
            </a:r>
            <a:endParaRPr lang="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520" y="1095375"/>
            <a:ext cx="10904855" cy="55022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9746</Words>
  <Application>WPS Presentation</Application>
  <PresentationFormat>宽屏</PresentationFormat>
  <Paragraphs>394</Paragraphs>
  <Slides>52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52</vt:i4>
      </vt:variant>
    </vt:vector>
  </HeadingPairs>
  <TitlesOfParts>
    <vt:vector size="69" baseType="lpstr">
      <vt:lpstr>Arial</vt:lpstr>
      <vt:lpstr>SimSun</vt:lpstr>
      <vt:lpstr>Wingdings</vt:lpstr>
      <vt:lpstr>Noto Sans</vt:lpstr>
      <vt:lpstr>Nimbus Mono PS</vt:lpstr>
      <vt:lpstr>微软雅黑</vt:lpstr>
      <vt:lpstr>Droid Sans Fallback</vt:lpstr>
      <vt:lpstr>DejaVu Sans</vt:lpstr>
      <vt:lpstr>Arial Unicode MS</vt:lpstr>
      <vt:lpstr>SimSun</vt:lpstr>
      <vt:lpstr>Calibri Light</vt:lpstr>
      <vt:lpstr>Calibri</vt:lpstr>
      <vt:lpstr>URW Bookman</vt:lpstr>
      <vt:lpstr>Standard Symbols PS</vt:lpstr>
      <vt:lpstr>Ubuntu</vt:lpstr>
      <vt:lpstr>Ubuntu Sans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wps</dc:creator>
  <cp:lastModifiedBy>hasnat</cp:lastModifiedBy>
  <cp:revision>356</cp:revision>
  <dcterms:created xsi:type="dcterms:W3CDTF">2026-04-16T21:53:41Z</dcterms:created>
  <dcterms:modified xsi:type="dcterms:W3CDTF">2026-04-16T21:53:41Z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1033-10.1.0.6757</vt:lpwstr>
  </property>
</Properties>
</file>